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779" r:id="rId5"/>
    <p:sldMasterId id="2147483744" r:id="rId6"/>
  </p:sldMasterIdLst>
  <p:notesMasterIdLst>
    <p:notesMasterId r:id="rId9"/>
  </p:notesMasterIdLst>
  <p:handoutMasterIdLst>
    <p:handoutMasterId r:id="rId10"/>
  </p:handoutMasterIdLst>
  <p:sldIdLst>
    <p:sldId id="1317" r:id="rId7"/>
    <p:sldId id="258" r:id="rId8"/>
  </p:sldIdLst>
  <p:sldSz cx="9144000" cy="5143500" type="screen16x9"/>
  <p:notesSz cx="6858000" cy="994568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FF99"/>
    <a:srgbClr val="66FF66"/>
    <a:srgbClr val="000099"/>
    <a:srgbClr val="008000"/>
    <a:srgbClr val="003300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3961" autoAdjust="0"/>
  </p:normalViewPr>
  <p:slideViewPr>
    <p:cSldViewPr snapToGrid="0">
      <p:cViewPr>
        <p:scale>
          <a:sx n="150" d="100"/>
          <a:sy n="150" d="100"/>
        </p:scale>
        <p:origin x="-557" y="-103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958" y="-96"/>
      </p:cViewPr>
      <p:guideLst>
        <p:guide orient="horz" pos="3133"/>
        <p:guide pos="216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33F7A8B-EBA3-304E-F29B-BC0FC0CD23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E6849AB-F374-5FA6-9A8D-52F29F50AAF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F15A7A0-B58C-1C23-1BA4-59773D68766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793C4FB-E75C-1FB1-5233-6613A9EE380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D573587-3E75-4F48-A825-08165F33509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E15097C-12DC-C720-61A7-2971408D99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4C112D3-5BC2-169F-CC9D-439DD868313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9A692384-D10E-C4F0-0E69-D1D4E5B3F81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3" y="744538"/>
            <a:ext cx="66325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9349D09-B4F0-18F2-C96C-7BA21D6CE12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DD4C9DCE-852C-A932-7D51-CBB3EFD39BD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2E3835A3-E08B-A1A0-5478-9D3B5D6E59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2CF938C-32B5-4D64-8BB2-07209C403B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570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84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97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11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BAEB4035-98C5-34B3-724A-F1D148294B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B7AFB568-DF31-CE48-13DC-0B90C15C8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DEB9B779-9AD3-2E5A-2FBE-ECE395972F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70FB1D6-09EE-4FFB-AF41-0D83E115F51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9">
            <a:extLst>
              <a:ext uri="{FF2B5EF4-FFF2-40B4-BE49-F238E27FC236}">
                <a16:creationId xmlns:a16="http://schemas.microsoft.com/office/drawing/2014/main" id="{16EB25E1-297F-9474-2AC0-AD47251B8224}"/>
              </a:ext>
            </a:extLst>
          </p:cNvPr>
          <p:cNvCxnSpPr/>
          <p:nvPr userDrawn="1"/>
        </p:nvCxnSpPr>
        <p:spPr>
          <a:xfrm flipH="1">
            <a:off x="2933700" y="2462213"/>
            <a:ext cx="577850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9">
            <a:extLst>
              <a:ext uri="{FF2B5EF4-FFF2-40B4-BE49-F238E27FC236}">
                <a16:creationId xmlns:a16="http://schemas.microsoft.com/office/drawing/2014/main" id="{A2C74747-78F3-3E08-E313-A9E130AB34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1163" y="500063"/>
            <a:ext cx="5780087" cy="2603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ea typeface="メイリオ" pitchFamily="50" charset="-128"/>
              <a:cs typeface="Arial" charset="0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8884805-FD39-3B5C-DDCB-C9DFA71880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42672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80E72CAB-914F-051B-55D3-DA5126FF28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37719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" name="図 16" descr="ロックアップ_カラー_RGB.jpg">
            <a:extLst>
              <a:ext uri="{FF2B5EF4-FFF2-40B4-BE49-F238E27FC236}">
                <a16:creationId xmlns:a16="http://schemas.microsoft.com/office/drawing/2014/main" id="{D95CFF65-9822-D55F-6557-79B9C7ADE0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5900"/>
            <a:ext cx="20589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3839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477327-ECB7-A5B4-D52E-FC4E962EB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69284F-21F1-F662-DBFA-6B1A2E0BF2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A51E8A-1426-1538-E03E-8CC169326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9E50DF-3FB8-41F2-9BA6-76BF8DD9810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189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0" indent="0">
              <a:buNone/>
              <a:defRPr sz="1800"/>
            </a:lvl2pPr>
            <a:lvl3pPr marL="914280" indent="0">
              <a:buNone/>
              <a:defRPr sz="1600"/>
            </a:lvl3pPr>
            <a:lvl4pPr marL="1371420" indent="0">
              <a:buNone/>
              <a:defRPr sz="1400"/>
            </a:lvl4pPr>
            <a:lvl5pPr marL="1828559" indent="0">
              <a:buNone/>
              <a:defRPr sz="1400"/>
            </a:lvl5pPr>
            <a:lvl6pPr marL="2285700" indent="0">
              <a:buNone/>
              <a:defRPr sz="1400"/>
            </a:lvl6pPr>
            <a:lvl7pPr marL="2742840" indent="0">
              <a:buNone/>
              <a:defRPr sz="1400"/>
            </a:lvl7pPr>
            <a:lvl8pPr marL="3199979" indent="0">
              <a:buNone/>
              <a:defRPr sz="1400"/>
            </a:lvl8pPr>
            <a:lvl9pPr marL="3657119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5D895B-1B02-D1FF-AAD4-E5FFA18453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971F18-FDD9-3488-E235-2F4BB86307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0E9628-E588-E075-3984-9EE2DC06B0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8806055-FAA1-4882-9690-71EC7897B07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79482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2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8233A-C9A4-14D1-A774-B9D3E0534B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CB8ED-1F93-A023-DAAD-AC06578DC1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2FE6B-20B9-CED6-EE25-9B185FB14F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33F3D0-DA95-4588-9FE4-D2C1E26D49A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5898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34C9A6C-6D3B-0DC2-4272-CDE717BE6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D2B477-4E5F-8665-86AD-7544F30ADE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5FD016E-8DB2-274B-DE10-1227152410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40D8C57-6DE5-494C-896D-771CB406566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83025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D2BAF01-9793-F9DD-B57E-A8CE24619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4514C38-872B-50B5-8D3B-F5BD234BCF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765E3F-F809-E67D-804C-B8B3773771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E172085-A751-49A5-9549-145ADFD5A56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9256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E8ECDA5-09B7-A581-0CA5-88D9B68F99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E24484-7A54-A313-BF7C-C4CB0EEF18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327831-FC4C-E3B8-687B-52F0CD6D4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2E5C9C3-51CC-46BD-841C-DBC350115F0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3376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E4BF3-8CB5-6860-ADF5-E2649F376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2E8BC-8473-6F32-D64D-BE90EBD4DF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A33F1-D014-9802-D668-692755ADE3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B1F8B31-F34B-45A0-80DA-D5532BB149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1551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CD079-8AC8-FD63-66A6-80736CE1A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D680-5C2C-9B99-AB1E-3DF57C28EC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4DFBB-5670-1C53-3790-F2389AF2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ECF6957-E0A0-4125-B692-AF9FA24ADD3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6546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0817F3-DCF2-FD91-7804-DC8EAE25E1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D31496-177B-D875-9B3D-E0E17B18B0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587D40-2D9C-8744-C8B7-AFADB317A1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07CF396-732D-4F18-B235-45C7AE28FF2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244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8798EF-8987-378F-A671-A94836070F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C2AA39-2085-1A62-CCA7-155C7D9BAC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278C1A-745B-F607-955B-7E3A7B2CB8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B2975FC-53F4-4092-BF04-A56C62F81B9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345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C498A-4536-4116-8B78-9608A185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700B4-A676-4F9C-82E9-E0D81FA0FB56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3D30F-C359-B3B0-CA55-81FCC772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2480A-1EDF-9081-3DC0-502A2606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6C21CE-5045-418B-8B42-B31F6D9477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488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8987A4-7C5F-6F44-0575-2143DBCF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E57E30A-5073-4715-8468-2762DCFEE68A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B8BC8B-CE59-5EAF-FED4-F5AD9AE8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2335AD-1C13-0D53-800C-6A3721E0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EDEA848-7C5A-439C-8C0F-E1BB499C7E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68382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D5CF39-C279-7DDC-C1DC-386D98E3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E9A02B8E-2BCA-4FDA-BA2E-9A0F6E07AEE4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40249C-AC59-D66F-4CCE-AE3ECE29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635A3A-6076-B634-C924-E4B25B20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7794281-5587-424E-845C-21EC4DE661E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94690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lIns="91428" tIns="45714" rIns="91428" bIns="45714"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D716B3-0F2C-C0F0-C3B5-00B4AACD0F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92E7D94-B2AA-48E8-A6FF-8D5B81DD4B1F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2640F3-F080-9D80-48DC-36B5F4AF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CB741B-DB8C-DE5A-81A1-BA433CA8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58C3347-493E-4764-A303-C8D25BAC0C8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05452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47306B-DA82-E84F-40F0-69C3F459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6D86A111-BF77-40F5-A5D3-1598EA07FAE6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AA0BFF-9035-7B35-4070-0B41AD6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0BF2F3-36FE-0BD9-6441-7AC8DFABE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24A2D17-B0C3-4D5A-A991-B3C266DFF9D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1635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C563A2-4C3F-A594-A3F4-351CC654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B83E82C5-5E5A-4E55-B3F7-321BFADC0CA5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0C172E-5E3F-B4AC-BC09-2D2FC193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A3DC57-36BD-36E3-B460-0EB75B5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0FD90BB-FC12-449C-B907-EF19A5BDF7B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76662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206C4C-6451-A919-2692-FA006004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4D8FCBB-3EE9-4561-8B2C-D0B0A328C88F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B7F9F5-B441-3E50-8B56-A7E16048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00E6BD-8090-A57E-38C6-BDC41F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D743AA7-03E4-4F1A-9625-3F524221CB9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58666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E5F3E70-A44C-DB6A-469E-86003317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C31790D-C8B4-495B-8728-8BC920A8583B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368BAF3-3F41-8500-CD85-AC730895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3025FF-C313-06E2-B1E1-EC499178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0A14EA4-FB55-4FE1-BE45-2B386275C6B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08024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E93759-402C-C212-679C-097D020B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151B567-EAC3-442F-BA04-4C33C35D6B45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5F66F7-CFC3-5BDC-9315-DE374182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C17CA6-E4F8-2FCF-C96E-7C53832B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8753A0B-818E-46FF-838E-563A7417158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03375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718332-6F86-E39A-67B0-B4DEFECB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7659B372-4772-4864-BBCE-6F9D4EB64A1C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FB5BC7-DA7F-802C-A219-CE93BF81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3F18C8-A610-02B0-0116-1FA4D91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F76472E-4EBB-4FA0-A845-56BC4D0B52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1890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BA8C8D-CA18-65EC-2D01-F761A2F7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6B2CD04-9948-4A53-AF73-CC5536A7F279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4220A7-1AB6-E607-8C50-635475BE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C54000-DF71-D30A-7F4B-C3D9D34B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750E2E-ED27-48D9-B303-42EA7E127E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103591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5C07FE-2FEE-3B53-6EAF-67A9B333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849780E-D1E3-4E92-BC01-3556CAC6D110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153199-FA09-7763-8CE3-2195979A3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E37488-0A94-1881-B297-CE3DA2A6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8CF9E38-19BC-4D60-83FB-32517463FAA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54023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350BDBC6-9981-AE22-F2CE-8A3E251A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D0026-5B3B-4F69-B153-355A3ADC507A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5730747C-C40F-D54E-2E42-6C18A83A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BC5BC52F-E7B1-CC52-B1DF-82018CC13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3A066-D073-4CC0-8E28-582DE693D8B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99588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BE4FA259-C0A1-99AD-FCC9-7D5086D0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A9EBA-6D5D-47F7-86EB-6ACC26E86598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B271D028-A55C-C051-B824-998B0031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97DC26AE-60F4-CA80-AAEC-166BDD2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EFB03-9418-483A-9C1A-0AE84968A93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507299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0656F9A5-636C-794C-DD61-92D860F6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6D425-C072-421A-9A68-7F2901928545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9B16D2D6-4BDC-0D49-2A2B-628D8172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82D24EAD-F1A8-8F43-F1C5-CE985188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89887-43E1-4924-9BD2-8A3887A68A5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15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21B4760D-C3F5-00D0-EDF5-BD82FE4F1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68EB9-564C-4257-A508-E4023867D272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5BEDDDD3-DBAD-B17D-8B83-F81B9FD2C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DA01EEF1-943B-807D-8947-76C45865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996CA-9125-4BC3-BC0D-EF5A38096A7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36465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8247B2BE-6668-BCED-DFBC-13170336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DB0BF-0F31-4461-A47E-F94519C77C36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B6E2AD46-CA5B-9746-F247-F6A69FB9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5DAE726C-C0D4-EFD3-C8EF-A4719075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6EFD-B543-4D5D-860E-C1822132421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9343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A7A48159-226E-AA6E-8E10-3A8BD3575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F7B75-13E9-4557-A959-7DD005E4384F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8F6B6A17-1BC2-6D14-0364-CE120A84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10AD6559-563F-E7AD-1097-8A2B1143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D603E-9806-4F3A-BDB1-6471EEA6E56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29089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A6C41D13-4814-3A89-06D5-89BEC428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58539-2DA7-49E5-A4B4-33EF42D61829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D95507EF-9E57-64DA-E174-F749D2F27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0EAE458A-2252-E037-337F-8A9B890B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546C8-EA53-4062-B1ED-786E9B056B4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732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5B548B93-A4B1-4F11-9D20-3495D3C3A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31991-61F1-4F29-B5F5-8C1A6F7EAFD2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875BA7D9-5EE9-3FCB-DFB0-E92FBF1F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24F6F42-C9E5-004A-FCD3-98CE7598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CC4E5-5253-4619-9887-9802EECDAF3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2804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99E3996B-5EA6-01F4-0D0F-0CE1A653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D47C6-61A8-4F41-B989-A69821C3DCF6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D8EB21D-342E-2350-8F33-92581815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0B951298-3CB2-BDC4-30D8-37303CBD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E2A2F-417C-4839-B9B2-0EEF9E4017C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36966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24F023BF-570A-049B-F89E-65762F69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1B4D-E225-438E-AC24-B06EE2752826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33BE0A91-B0C3-42EB-C00A-63555854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4B315F1-7BA8-F251-C8CC-D0DF92DD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04B1E2-71A3-4831-9C20-EF117ED6A9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0698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2B62FDFF-9379-7781-4337-E36F18B9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876B1-A2A8-4BAF-A72B-C6FF7BAF500C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5589DAEB-DC85-0582-BAD5-1662500D4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95C9B0A9-C995-D547-2C40-CFC75C50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48721-8295-47CD-A2A0-716CF89F86B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48985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9EEA1CB-3AFD-109B-78BD-FCA28EA25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2188"/>
            <a:ext cx="7772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296D63-85A0-8B69-B105-63AD3097A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94224C3-A56D-C0C6-E8E1-F25D40EA9EC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FA932DF-4852-028E-BDB3-31C2FE9F7F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89CBFA4-B0C6-5956-CA89-B416373D96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7425" y="4806950"/>
            <a:ext cx="73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fld id="{60F17F53-6407-4ABD-ABCA-28764EA0B0E4}" type="slidenum">
              <a:rPr lang="en-US" altLang="ja-JP" sz="900" b="1" smtClean="0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pPr eaLnBrk="1" hangingPunct="1">
                <a:defRPr/>
              </a:pPr>
              <a:t>‹#›</a:t>
            </a:fld>
            <a:r>
              <a:rPr lang="en-US" altLang="ja-JP" sz="900" b="1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/12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351D8E8-041F-4116-09F8-5B029BE5E59E}"/>
              </a:ext>
            </a:extLst>
          </p:cNvPr>
          <p:cNvCxnSpPr/>
          <p:nvPr userDrawn="1"/>
        </p:nvCxnSpPr>
        <p:spPr>
          <a:xfrm flipH="1">
            <a:off x="8604250" y="4800600"/>
            <a:ext cx="5397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1924A1C-F3C5-9EBF-F766-7987AC8193B5}"/>
              </a:ext>
            </a:extLst>
          </p:cNvPr>
          <p:cNvCxnSpPr/>
          <p:nvPr userDrawn="1"/>
        </p:nvCxnSpPr>
        <p:spPr>
          <a:xfrm flipH="1">
            <a:off x="349250" y="658813"/>
            <a:ext cx="85280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図 13" descr="ロックアップ_カラー_RGB.jpg">
            <a:extLst>
              <a:ext uri="{FF2B5EF4-FFF2-40B4-BE49-F238E27FC236}">
                <a16:creationId xmlns:a16="http://schemas.microsoft.com/office/drawing/2014/main" id="{A66CA60D-36AD-BA26-0184-56C12B945A2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65088"/>
            <a:ext cx="12557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24" r:id="rId1"/>
    <p:sldLayoutId id="2147523025" r:id="rId2"/>
    <p:sldLayoutId id="2147523026" r:id="rId3"/>
    <p:sldLayoutId id="2147523027" r:id="rId4"/>
    <p:sldLayoutId id="2147523028" r:id="rId5"/>
    <p:sldLayoutId id="2147523029" r:id="rId6"/>
    <p:sldLayoutId id="2147523030" r:id="rId7"/>
    <p:sldLayoutId id="2147523031" r:id="rId8"/>
    <p:sldLayoutId id="2147523032" r:id="rId9"/>
    <p:sldLayoutId id="2147523033" r:id="rId10"/>
    <p:sldLayoutId id="2147523034" r:id="rId11"/>
    <p:sldLayoutId id="214752303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6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0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4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68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図 7" descr="ロックアップ_カラー_RGB.jpg">
            <a:extLst>
              <a:ext uri="{FF2B5EF4-FFF2-40B4-BE49-F238E27FC236}">
                <a16:creationId xmlns:a16="http://schemas.microsoft.com/office/drawing/2014/main" id="{ED36DA04-8F09-8C4C-EB38-79A0F1EE9A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1690688"/>
            <a:ext cx="35480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36" r:id="rId1"/>
    <p:sldLayoutId id="2147523037" r:id="rId2"/>
    <p:sldLayoutId id="2147523038" r:id="rId3"/>
    <p:sldLayoutId id="2147523039" r:id="rId4"/>
    <p:sldLayoutId id="2147523040" r:id="rId5"/>
    <p:sldLayoutId id="2147523041" r:id="rId6"/>
    <p:sldLayoutId id="2147523042" r:id="rId7"/>
    <p:sldLayoutId id="2147523043" r:id="rId8"/>
    <p:sldLayoutId id="2147523044" r:id="rId9"/>
    <p:sldLayoutId id="2147523045" r:id="rId10"/>
    <p:sldLayoutId id="2147523046" r:id="rId11"/>
  </p:sldLayoutIdLst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>
            <a:extLst>
              <a:ext uri="{FF2B5EF4-FFF2-40B4-BE49-F238E27FC236}">
                <a16:creationId xmlns:a16="http://schemas.microsoft.com/office/drawing/2014/main" id="{D966BBF6-5EF0-EDF6-196C-76B4DA3E2B6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>
            <a:extLst>
              <a:ext uri="{FF2B5EF4-FFF2-40B4-BE49-F238E27FC236}">
                <a16:creationId xmlns:a16="http://schemas.microsoft.com/office/drawing/2014/main" id="{3C66F6A0-316C-8BA2-49E8-345B0F750A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19159B82-1F86-87C1-F4C7-F04253F09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51CA59EE-28C1-40F8-9ABA-9BDD2593A996}" type="datetimeFigureOut">
              <a:rPr lang="ja-JP" altLang="en-US"/>
              <a:pPr>
                <a:defRPr/>
              </a:pPr>
              <a:t>2026/3/31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B081675-EDCC-690A-71D0-493B4ECDC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5244707-C8DB-10AB-3A6F-63D98DA98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073A3FB-21A4-4DF9-905A-4FFF45274A4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3013" r:id="rId1"/>
    <p:sldLayoutId id="2147523014" r:id="rId2"/>
    <p:sldLayoutId id="2147523015" r:id="rId3"/>
    <p:sldLayoutId id="2147523016" r:id="rId4"/>
    <p:sldLayoutId id="2147523017" r:id="rId5"/>
    <p:sldLayoutId id="2147523018" r:id="rId6"/>
    <p:sldLayoutId id="2147523019" r:id="rId7"/>
    <p:sldLayoutId id="2147523020" r:id="rId8"/>
    <p:sldLayoutId id="2147523021" r:id="rId9"/>
    <p:sldLayoutId id="2147523022" r:id="rId10"/>
    <p:sldLayoutId id="214752302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emf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24A64A4-EF98-F7B2-CBBF-BE228B371094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B.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EDMS</a:t>
            </a:r>
            <a:r>
              <a:rPr lang="ja-JP" altLang="en-US" sz="2100" dirty="0">
                <a:solidFill>
                  <a:srgbClr val="00B050"/>
                </a:solidFill>
              </a:rPr>
              <a:t>案（電子化、ペーパーレス活動）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E0D192-BB3C-F08C-057A-3B985AF655D5}"/>
              </a:ext>
            </a:extLst>
          </p:cNvPr>
          <p:cNvSpPr/>
          <p:nvPr/>
        </p:nvSpPr>
        <p:spPr>
          <a:xfrm>
            <a:off x="985912" y="3718216"/>
            <a:ext cx="6868160" cy="11988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ja-JP" altLang="en-US" sz="1000" b="1" u="sng" dirty="0"/>
              <a:t>現状：</a:t>
            </a:r>
            <a:endParaRPr lang="en-US" altLang="ja-JP" sz="1000" b="1" u="sng" dirty="0"/>
          </a:p>
          <a:p>
            <a:pPr algn="just">
              <a:defRPr/>
            </a:pPr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ja-JP" altLang="en-US" sz="900" b="1" dirty="0">
                <a:solidFill>
                  <a:schemeClr val="tx1"/>
                </a:solidFill>
              </a:rPr>
              <a:t>① </a:t>
            </a:r>
            <a:r>
              <a:rPr lang="en-US" altLang="ja-JP" sz="900" b="1" dirty="0">
                <a:solidFill>
                  <a:schemeClr val="tx1"/>
                </a:solidFill>
              </a:rPr>
              <a:t>MDU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4,273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16,230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  ② 第１製造部のフォーム実施は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275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756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フォーム（タブレットとパソコンで記入）。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③ </a:t>
            </a:r>
            <a:r>
              <a:rPr lang="en-US" altLang="ja-JP" sz="900" b="1" dirty="0">
                <a:solidFill>
                  <a:schemeClr val="tx1"/>
                </a:solidFill>
              </a:rPr>
              <a:t>MOLD</a:t>
            </a:r>
            <a:r>
              <a:rPr lang="ja-JP" altLang="en-US" sz="900" b="1" dirty="0">
                <a:solidFill>
                  <a:schemeClr val="tx1"/>
                </a:solidFill>
              </a:rPr>
              <a:t>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74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702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</a:t>
            </a:r>
            <a:r>
              <a:rPr lang="en-US" altLang="ja-JP" sz="900" b="1" dirty="0">
                <a:solidFill>
                  <a:schemeClr val="tx1"/>
                </a:solidFill>
              </a:rPr>
              <a:t>JIG</a:t>
            </a:r>
            <a:r>
              <a:rPr lang="ja-JP" altLang="en-US" sz="900" b="1" dirty="0">
                <a:solidFill>
                  <a:schemeClr val="tx1"/>
                </a:solidFill>
              </a:rPr>
              <a:t>使用、パソコンで記入）。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④ </a:t>
            </a:r>
            <a:r>
              <a:rPr lang="en-US" altLang="ja-JP" sz="900" b="1" dirty="0">
                <a:solidFill>
                  <a:schemeClr val="tx1"/>
                </a:solidFill>
              </a:rPr>
              <a:t>SCD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537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1,898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1000" b="1" u="sng" dirty="0">
                <a:solidFill>
                  <a:schemeClr val="tx1"/>
                </a:solidFill>
              </a:rPr>
              <a:t>課題と対策：</a:t>
            </a:r>
            <a:endParaRPr lang="en-US" altLang="ja-JP" sz="1000" b="1" u="sng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1000" dirty="0">
                <a:solidFill>
                  <a:schemeClr val="tx1"/>
                </a:solidFill>
              </a:rPr>
              <a:t>　</a:t>
            </a:r>
            <a:r>
              <a:rPr lang="ja-JP" altLang="en-US" sz="1000" b="1" dirty="0">
                <a:solidFill>
                  <a:schemeClr val="tx1"/>
                </a:solidFill>
              </a:rPr>
              <a:t>　</a:t>
            </a:r>
            <a:r>
              <a:rPr lang="en-US" altLang="ja-JP" sz="1000" b="1" dirty="0">
                <a:solidFill>
                  <a:srgbClr val="FF0000"/>
                </a:solidFill>
              </a:rPr>
              <a:t>RAKUMO</a:t>
            </a:r>
            <a:r>
              <a:rPr lang="ja-JP" altLang="en-US" sz="1000" b="1" dirty="0">
                <a:solidFill>
                  <a:srgbClr val="FF0000"/>
                </a:solidFill>
              </a:rPr>
              <a:t>本社から回答ないので、１月にベトナムソフト使用検討。</a:t>
            </a:r>
            <a:endParaRPr lang="en-US" sz="10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C9E72A-4AFB-711E-539D-FEF5C6D17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12" y="845820"/>
            <a:ext cx="6776328" cy="28723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32F6D8F1-41E4-7DF2-1D26-0D3E417645BE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C.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NAS</a:t>
            </a:r>
            <a:r>
              <a:rPr lang="ja-JP" altLang="en-US" sz="2100" dirty="0">
                <a:solidFill>
                  <a:srgbClr val="00B050"/>
                </a:solidFill>
              </a:rPr>
              <a:t>の提案</a:t>
            </a:r>
          </a:p>
        </p:txBody>
      </p:sp>
      <p:pic>
        <p:nvPicPr>
          <p:cNvPr id="30725" name="Picture 1" descr="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736600"/>
            <a:ext cx="4432300" cy="4167188"/>
          </a:xfrm>
          <a:prstGeom prst="rect">
            <a:avLst/>
          </a:prstGeom>
        </p:spPr>
      </p:pic>
      <p:pic>
        <p:nvPicPr>
          <p:cNvPr id="30726" name="Picture 3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088" y="738188"/>
            <a:ext cx="4005262" cy="4075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F84735-4675-4953-9250-2B9B5D6DD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1756DD49-77B6-4CE7-9737-AC9BF54959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67EC0F5-4CB8-4B7D-B657-8AD5F4E756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83510</TotalTime>
  <Words>259</Words>
  <Application>Microsoft Office PowerPoint</Application>
  <PresentationFormat>On-screen Show (16:9)</PresentationFormat>
  <Paragraphs>11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メイリオ</vt:lpstr>
      <vt:lpstr>Arial</vt:lpstr>
      <vt:lpstr>Calibri</vt:lpstr>
      <vt:lpstr>新しいプレゼンテーション</vt:lpstr>
      <vt:lpstr>1_デザインの設定</vt:lpstr>
      <vt:lpstr>デザインの設定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ﾑﾀｲ ﾋﾄｼ</dc:creator>
  <cp:lastModifiedBy>ＬＥＴＨＡＩ ＢＩＮＨ</cp:lastModifiedBy>
  <cp:revision>3043</cp:revision>
  <cp:lastPrinted>2023-12-04T07:51:46Z</cp:lastPrinted>
  <dcterms:created xsi:type="dcterms:W3CDTF">2007-02-20T01:27:29Z</dcterms:created>
  <dcterms:modified xsi:type="dcterms:W3CDTF">2026-03-31T07:22:30Z</dcterms:modified>
</cp:coreProperties>
</file>