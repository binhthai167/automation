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4"/>
    <p:sldMasterId id="2147483779" r:id="rId5"/>
    <p:sldMasterId id="2147483744" r:id="rId6"/>
  </p:sldMasterIdLst>
  <p:notesMasterIdLst>
    <p:notesMasterId r:id="rId9"/>
  </p:notesMasterIdLst>
  <p:handoutMasterIdLst>
    <p:handoutMasterId r:id="rId10"/>
  </p:handoutMasterIdLst>
  <p:sldIdLst>
    <p:sldId id="1317" r:id="rId7"/>
    <p:sldId id="258" r:id="rId8"/>
  </p:sldIdLst>
  <p:sldSz cx="9144000" cy="5143500" type="screen16x9"/>
  <p:notesSz cx="6858000" cy="9945688"/>
  <p:defaultTextStyle>
    <a:defPPr>
      <a:defRPr lang="ja-JP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5613" indent="1588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2813" indent="1588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0013" indent="1588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7213" indent="1588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3">
          <p15:clr>
            <a:srgbClr val="A4A3A4"/>
          </p15:clr>
        </p15:guide>
        <p15:guide id="2" pos="216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33CC"/>
    <a:srgbClr val="CCFF99"/>
    <a:srgbClr val="66FF66"/>
    <a:srgbClr val="000099"/>
    <a:srgbClr val="008000"/>
    <a:srgbClr val="003300"/>
    <a:srgbClr val="FF0000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2" autoAdjust="0"/>
    <p:restoredTop sz="93961" autoAdjust="0"/>
  </p:normalViewPr>
  <p:slideViewPr>
    <p:cSldViewPr snapToGrid="0">
      <p:cViewPr varScale="1">
        <p:scale>
          <a:sx n="102" d="100"/>
          <a:sy n="102" d="100"/>
        </p:scale>
        <p:origin x="830" y="5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1" d="100"/>
          <a:sy n="51" d="100"/>
        </p:scale>
        <p:origin x="-2958" y="-96"/>
      </p:cViewPr>
      <p:guideLst>
        <p:guide orient="horz" pos="3133"/>
        <p:guide pos="2161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B33F7A8B-EBA3-304E-F29B-BC0FC0CD230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540" tIns="46269" rIns="92540" bIns="46269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4E6849AB-F374-5FA6-9A8D-52F29F50AAF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540" tIns="46269" rIns="92540" bIns="46269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8F15A7A0-B58C-1C23-1BA4-59773D687661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7213"/>
            <a:ext cx="29718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540" tIns="46269" rIns="92540" bIns="46269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C793C4FB-E75C-1FB1-5233-6613A9EE3806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9447213"/>
            <a:ext cx="29718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540" tIns="46269" rIns="92540" bIns="46269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AD573587-3E75-4F48-A825-08165F335091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AE15097C-12DC-C720-61A7-2971408D99B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540" tIns="46269" rIns="92540" bIns="46269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14C112D3-5BC2-169F-CC9D-439DD868313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540" tIns="46269" rIns="92540" bIns="46269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9A692384-D10E-C4F0-0E69-D1D4E5B3F81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2713" y="744538"/>
            <a:ext cx="6632575" cy="37306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3" name="Rectangle 5">
            <a:extLst>
              <a:ext uri="{FF2B5EF4-FFF2-40B4-BE49-F238E27FC236}">
                <a16:creationId xmlns:a16="http://schemas.microsoft.com/office/drawing/2014/main" id="{B9349D09-B4F0-18F2-C96C-7BA21D6CE12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724400"/>
            <a:ext cx="5029200" cy="447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540" tIns="46269" rIns="92540" bIns="4626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noProof="0"/>
              <a:t>マスタ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7174" name="Rectangle 6">
            <a:extLst>
              <a:ext uri="{FF2B5EF4-FFF2-40B4-BE49-F238E27FC236}">
                <a16:creationId xmlns:a16="http://schemas.microsoft.com/office/drawing/2014/main" id="{DD4C9DCE-852C-A932-7D51-CBB3EFD39BD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7213"/>
            <a:ext cx="29718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540" tIns="46269" rIns="92540" bIns="46269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175" name="Rectangle 7">
            <a:extLst>
              <a:ext uri="{FF2B5EF4-FFF2-40B4-BE49-F238E27FC236}">
                <a16:creationId xmlns:a16="http://schemas.microsoft.com/office/drawing/2014/main" id="{2E3835A3-E08B-A1A0-5478-9D3B5D6E59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9447213"/>
            <a:ext cx="29718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540" tIns="46269" rIns="92540" bIns="46269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42CF938C-32B5-4D64-8BB2-07209C403B1B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1pPr>
    <a:lvl2pPr marL="455613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2pPr>
    <a:lvl3pPr marL="912813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3pPr>
    <a:lvl4pPr marL="1370013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4pPr>
    <a:lvl5pPr marL="1827213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5pPr>
    <a:lvl6pPr marL="2285700" algn="l" defTabSz="91428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2840" algn="l" defTabSz="91428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199979" algn="l" defTabSz="91428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119" algn="l" defTabSz="91428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>
            <a:extLst>
              <a:ext uri="{FF2B5EF4-FFF2-40B4-BE49-F238E27FC236}">
                <a16:creationId xmlns:a16="http://schemas.microsoft.com/office/drawing/2014/main" id="{BAEB4035-98C5-34B3-724A-F1D148294B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Notes Placeholder 2">
            <a:extLst>
              <a:ext uri="{FF2B5EF4-FFF2-40B4-BE49-F238E27FC236}">
                <a16:creationId xmlns:a16="http://schemas.microsoft.com/office/drawing/2014/main" id="{B7AFB568-DF31-CE48-13DC-0B90C15C85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1748" name="Slide Number Placeholder 3">
            <a:extLst>
              <a:ext uri="{FF2B5EF4-FFF2-40B4-BE49-F238E27FC236}">
                <a16:creationId xmlns:a16="http://schemas.microsoft.com/office/drawing/2014/main" id="{DEB9B779-9AD3-2E5A-2FBE-ECE395972F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270FB1D6-09EE-4FFB-AF41-0D83E115F516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コネクタ 9">
            <a:extLst>
              <a:ext uri="{FF2B5EF4-FFF2-40B4-BE49-F238E27FC236}">
                <a16:creationId xmlns:a16="http://schemas.microsoft.com/office/drawing/2014/main" id="{16EB25E1-297F-9474-2AC0-AD47251B8224}"/>
              </a:ext>
            </a:extLst>
          </p:cNvPr>
          <p:cNvCxnSpPr/>
          <p:nvPr userDrawn="1"/>
        </p:nvCxnSpPr>
        <p:spPr>
          <a:xfrm flipH="1">
            <a:off x="2933700" y="2462213"/>
            <a:ext cx="5778500" cy="0"/>
          </a:xfrm>
          <a:prstGeom prst="line">
            <a:avLst/>
          </a:prstGeom>
          <a:ln w="12700">
            <a:solidFill>
              <a:srgbClr val="009B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19">
            <a:extLst>
              <a:ext uri="{FF2B5EF4-FFF2-40B4-BE49-F238E27FC236}">
                <a16:creationId xmlns:a16="http://schemas.microsoft.com/office/drawing/2014/main" id="{A2C74747-78F3-3E08-E313-A9E130AB343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951163" y="500063"/>
            <a:ext cx="5780087" cy="260350"/>
          </a:xfrm>
          <a:prstGeom prst="rect">
            <a:avLst/>
          </a:prstGeom>
          <a:solidFill>
            <a:srgbClr val="009B4A"/>
          </a:solidFill>
          <a:ln>
            <a:noFill/>
          </a:ln>
        </p:spPr>
        <p:txBody>
          <a:bodyPr wrap="none" lIns="91428" tIns="45714" rIns="91428" bIns="45714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100" b="1">
              <a:solidFill>
                <a:schemeClr val="bg1"/>
              </a:solidFill>
              <a:ea typeface="メイリオ" pitchFamily="50" charset="-128"/>
              <a:cs typeface="Arial" charset="0"/>
            </a:endParaRPr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28884805-FD39-3B5C-DDCB-C9DFA718806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952750" y="4267200"/>
            <a:ext cx="5778500" cy="476250"/>
          </a:xfrm>
          <a:prstGeom prst="rect">
            <a:avLst/>
          </a:prstGeom>
          <a:solidFill>
            <a:srgbClr val="009B4A"/>
          </a:solidFill>
          <a:ln>
            <a:noFill/>
          </a:ln>
        </p:spPr>
        <p:txBody>
          <a:bodyPr wrap="none" lIns="91428" tIns="45714" rIns="91428" bIns="45714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100" b="1">
              <a:solidFill>
                <a:schemeClr val="bg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80E72CAB-914F-051B-55D3-DA5126FF280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952750" y="3771900"/>
            <a:ext cx="5778500" cy="476250"/>
          </a:xfrm>
          <a:prstGeom prst="rect">
            <a:avLst/>
          </a:prstGeom>
          <a:solidFill>
            <a:srgbClr val="009B4A"/>
          </a:solidFill>
          <a:ln>
            <a:noFill/>
          </a:ln>
        </p:spPr>
        <p:txBody>
          <a:bodyPr wrap="none" lIns="91428" tIns="45714" rIns="91428" bIns="45714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100" b="1">
              <a:solidFill>
                <a:schemeClr val="bg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pic>
        <p:nvPicPr>
          <p:cNvPr id="6" name="図 16" descr="ロックアップ_カラー_RGB.jpg">
            <a:extLst>
              <a:ext uri="{FF2B5EF4-FFF2-40B4-BE49-F238E27FC236}">
                <a16:creationId xmlns:a16="http://schemas.microsoft.com/office/drawing/2014/main" id="{D95CFF65-9822-D55F-6557-79B9C7ADE0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75" y="215900"/>
            <a:ext cx="2058988" cy="95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43839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C477327-ECB7-A5B4-D52E-FC4E962EB63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D69284F-21F1-F662-DBFA-6B1A2E0BF24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DA51E8A-1426-1538-E03E-8CC1693261B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D49E50DF-3FB8-41F2-9BA6-76BF8DD98105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91898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40" indent="0">
              <a:buNone/>
              <a:defRPr sz="1800"/>
            </a:lvl2pPr>
            <a:lvl3pPr marL="914280" indent="0">
              <a:buNone/>
              <a:defRPr sz="1600"/>
            </a:lvl3pPr>
            <a:lvl4pPr marL="1371420" indent="0">
              <a:buNone/>
              <a:defRPr sz="1400"/>
            </a:lvl4pPr>
            <a:lvl5pPr marL="1828559" indent="0">
              <a:buNone/>
              <a:defRPr sz="1400"/>
            </a:lvl5pPr>
            <a:lvl6pPr marL="2285700" indent="0">
              <a:buNone/>
              <a:defRPr sz="1400"/>
            </a:lvl6pPr>
            <a:lvl7pPr marL="2742840" indent="0">
              <a:buNone/>
              <a:defRPr sz="1400"/>
            </a:lvl7pPr>
            <a:lvl8pPr marL="3199979" indent="0">
              <a:buNone/>
              <a:defRPr sz="1400"/>
            </a:lvl8pPr>
            <a:lvl9pPr marL="3657119" indent="0">
              <a:buNone/>
              <a:defRPr sz="14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75D895B-1B02-D1FF-AAD4-E5FFA184539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3971F18-FDD9-3488-E235-2F4BB863077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70E9628-E588-E075-3984-9EE2DC06B02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28806055-FAA1-4882-9690-71EC7897B074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379482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685800" y="1485900"/>
            <a:ext cx="3810000" cy="30861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2" y="1485900"/>
            <a:ext cx="3810000" cy="30861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B8233A-C9A4-14D1-A774-B9D3E0534B5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CCB8ED-1F93-A023-DAAD-AC06578DC1C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B2FE6B-20B9-CED6-EE25-9B185FB14F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D433F3D0-DA95-4588-9FE4-D2C1E26D49AE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158982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40" indent="0">
              <a:buNone/>
              <a:defRPr sz="2000" b="1"/>
            </a:lvl2pPr>
            <a:lvl3pPr marL="914280" indent="0">
              <a:buNone/>
              <a:defRPr sz="1800" b="1"/>
            </a:lvl3pPr>
            <a:lvl4pPr marL="1371420" indent="0">
              <a:buNone/>
              <a:defRPr sz="1600" b="1"/>
            </a:lvl4pPr>
            <a:lvl5pPr marL="1828559" indent="0">
              <a:buNone/>
              <a:defRPr sz="1600" b="1"/>
            </a:lvl5pPr>
            <a:lvl6pPr marL="2285700" indent="0">
              <a:buNone/>
              <a:defRPr sz="1600" b="1"/>
            </a:lvl6pPr>
            <a:lvl7pPr marL="2742840" indent="0">
              <a:buNone/>
              <a:defRPr sz="1600" b="1"/>
            </a:lvl7pPr>
            <a:lvl8pPr marL="3199979" indent="0">
              <a:buNone/>
              <a:defRPr sz="1600" b="1"/>
            </a:lvl8pPr>
            <a:lvl9pPr marL="3657119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1631157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40" indent="0">
              <a:buNone/>
              <a:defRPr sz="2000" b="1"/>
            </a:lvl2pPr>
            <a:lvl3pPr marL="914280" indent="0">
              <a:buNone/>
              <a:defRPr sz="1800" b="1"/>
            </a:lvl3pPr>
            <a:lvl4pPr marL="1371420" indent="0">
              <a:buNone/>
              <a:defRPr sz="1600" b="1"/>
            </a:lvl4pPr>
            <a:lvl5pPr marL="1828559" indent="0">
              <a:buNone/>
              <a:defRPr sz="1600" b="1"/>
            </a:lvl5pPr>
            <a:lvl6pPr marL="2285700" indent="0">
              <a:buNone/>
              <a:defRPr sz="1600" b="1"/>
            </a:lvl6pPr>
            <a:lvl7pPr marL="2742840" indent="0">
              <a:buNone/>
              <a:defRPr sz="1600" b="1"/>
            </a:lvl7pPr>
            <a:lvl8pPr marL="3199979" indent="0">
              <a:buNone/>
              <a:defRPr sz="1600" b="1"/>
            </a:lvl8pPr>
            <a:lvl9pPr marL="3657119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6" y="1631157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34C9A6C-6D3B-0DC2-4272-CDE717BE64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9D2B477-4E5F-8665-86AD-7544F30ADEC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5FD016E-8DB2-274B-DE10-1227152410A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E40D8C57-6DE5-494C-896D-771CB406566F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083025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3D2BAF01-9793-F9DD-B57E-A8CE2461928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4514C38-872B-50B5-8D3B-F5BD234BCF8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6765E3F-F809-E67D-804C-B8B3773771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2E172085-A751-49A5-9549-145ADFD5A561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692562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E8ECDA5-09B7-A581-0CA5-88D9B68F992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93E24484-7A54-A313-BF7C-C4CB0EEF189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C327831-FC4C-E3B8-687B-52F0CD6D481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C2E5C9C3-51CC-46BD-841C-DBC350115F08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973376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3" y="204788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04790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3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40" indent="0">
              <a:buNone/>
              <a:defRPr sz="1200"/>
            </a:lvl2pPr>
            <a:lvl3pPr marL="914280" indent="0">
              <a:buNone/>
              <a:defRPr sz="1000"/>
            </a:lvl3pPr>
            <a:lvl4pPr marL="1371420" indent="0">
              <a:buNone/>
              <a:defRPr sz="900"/>
            </a:lvl4pPr>
            <a:lvl5pPr marL="1828559" indent="0">
              <a:buNone/>
              <a:defRPr sz="900"/>
            </a:lvl5pPr>
            <a:lvl6pPr marL="2285700" indent="0">
              <a:buNone/>
              <a:defRPr sz="900"/>
            </a:lvl6pPr>
            <a:lvl7pPr marL="2742840" indent="0">
              <a:buNone/>
              <a:defRPr sz="900"/>
            </a:lvl7pPr>
            <a:lvl8pPr marL="3199979" indent="0">
              <a:buNone/>
              <a:defRPr sz="900"/>
            </a:lvl8pPr>
            <a:lvl9pPr marL="3657119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EE4BF3-8CB5-6860-ADF5-E2649F3766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92E8BC-8473-6F32-D64D-BE90EBD4DF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DA33F1-D014-9802-D668-692755ADE38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3B1F8B31-F34B-45A0-80DA-D5532BB14992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515517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140" indent="0">
              <a:buNone/>
              <a:defRPr sz="2800"/>
            </a:lvl2pPr>
            <a:lvl3pPr marL="914280" indent="0">
              <a:buNone/>
              <a:defRPr sz="2400"/>
            </a:lvl3pPr>
            <a:lvl4pPr marL="1371420" indent="0">
              <a:buNone/>
              <a:defRPr sz="2000"/>
            </a:lvl4pPr>
            <a:lvl5pPr marL="1828559" indent="0">
              <a:buNone/>
              <a:defRPr sz="2000"/>
            </a:lvl5pPr>
            <a:lvl6pPr marL="2285700" indent="0">
              <a:buNone/>
              <a:defRPr sz="2000"/>
            </a:lvl6pPr>
            <a:lvl7pPr marL="2742840" indent="0">
              <a:buNone/>
              <a:defRPr sz="2000"/>
            </a:lvl7pPr>
            <a:lvl8pPr marL="3199979" indent="0">
              <a:buNone/>
              <a:defRPr sz="2000"/>
            </a:lvl8pPr>
            <a:lvl9pPr marL="3657119" indent="0">
              <a:buNone/>
              <a:defRPr sz="2000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40" indent="0">
              <a:buNone/>
              <a:defRPr sz="1200"/>
            </a:lvl2pPr>
            <a:lvl3pPr marL="914280" indent="0">
              <a:buNone/>
              <a:defRPr sz="1000"/>
            </a:lvl3pPr>
            <a:lvl4pPr marL="1371420" indent="0">
              <a:buNone/>
              <a:defRPr sz="900"/>
            </a:lvl4pPr>
            <a:lvl5pPr marL="1828559" indent="0">
              <a:buNone/>
              <a:defRPr sz="900"/>
            </a:lvl5pPr>
            <a:lvl6pPr marL="2285700" indent="0">
              <a:buNone/>
              <a:defRPr sz="900"/>
            </a:lvl6pPr>
            <a:lvl7pPr marL="2742840" indent="0">
              <a:buNone/>
              <a:defRPr sz="900"/>
            </a:lvl7pPr>
            <a:lvl8pPr marL="3199979" indent="0">
              <a:buNone/>
              <a:defRPr sz="900"/>
            </a:lvl8pPr>
            <a:lvl9pPr marL="3657119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BCD079-8AC8-FD63-66A6-80736CE1ACB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0D680-5C2C-9B99-AB1E-3DF57C28ECC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54DFBB-5670-1C53-3790-F2389AF2D6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AECF6957-E0A0-4125-B692-AF9FA24ADD34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065464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C0817F3-DCF2-FD91-7804-DC8EAE25E17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9D31496-177B-D875-9B3D-E0E17B18B08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2587D40-2D9C-8744-C8B7-AFADB317A13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D07CF396-732D-4F18-B235-45C7AE28FF20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062447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515100" y="457200"/>
            <a:ext cx="1943100" cy="4114800"/>
          </a:xfrm>
        </p:spPr>
        <p:txBody>
          <a:bodyPr vert="eaVert"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685800" y="457200"/>
            <a:ext cx="5676900" cy="4114800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18798EF-8987-378F-A671-A94836070F4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EC2AA39-2085-1A62-CCA7-155C7D9BAC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9278C1A-745B-F607-955B-7E3A7B2CB8C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5B2975FC-53F4-4092-BF04-A56C62F81B9E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2734575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C498A-4536-4116-8B78-9608A185F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A700B4-A676-4F9C-82E9-E0D81FA0FB56}" type="datetimeFigureOut">
              <a:rPr lang="en-US"/>
              <a:pPr>
                <a:defRPr/>
              </a:pPr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73D30F-C359-B3B0-CA55-81FCC7725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2480A-1EDF-9081-3DC0-502A26065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0"/>
            <a:ext cx="0" cy="0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696C21CE-5045-418B-8B42-B31F6D9477B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548897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1598615"/>
            <a:ext cx="7772400" cy="1101725"/>
          </a:xfrm>
          <a:prstGeom prst="rect">
            <a:avLst/>
          </a:prstGeom>
        </p:spPr>
        <p:txBody>
          <a:bodyPr lIns="91428" tIns="45714" rIns="91428" bIns="45714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 lIns="91428" tIns="45714" rIns="91428" bIns="45714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9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1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78987A4-7C5F-6F44-0575-2143DBCF2C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8E57E30A-5073-4715-8468-2762DCFEE68A}" type="datetimeFigureOut">
              <a:rPr lang="ja-JP" altLang="en-US"/>
              <a:pPr>
                <a:defRPr/>
              </a:pPr>
              <a:t>2026/3/16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B8BC8B-CE59-5EAF-FED4-F5AD9AE8C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C2335AD-1C13-0D53-800C-6A3721E06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CEDEA848-7C5A-439C-8C0F-E1BB499C7E2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2683827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lIns="91428" tIns="45714" rIns="91428" bIns="45714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075"/>
          </a:xfrm>
          <a:prstGeom prst="rect">
            <a:avLst/>
          </a:prstGeom>
        </p:spPr>
        <p:txBody>
          <a:bodyPr lIns="91428" tIns="45714" rIns="91428" bIns="45714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FD5CF39-C279-7DDC-C1DC-386D98E3326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E9A02B8E-2BCA-4FDA-BA2E-9A0F6E07AEE4}" type="datetimeFigureOut">
              <a:rPr lang="ja-JP" altLang="en-US"/>
              <a:pPr>
                <a:defRPr/>
              </a:pPr>
              <a:t>2026/3/16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F40249C-AC59-D66F-4CCE-AE3ECE295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B635A3A-6076-B634-C924-E4B25B209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C7794281-5587-424E-845C-21EC4DE661EB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5946904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  <a:prstGeom prst="rect">
            <a:avLst/>
          </a:prstGeom>
        </p:spPr>
        <p:txBody>
          <a:bodyPr lIns="91428" tIns="45714" rIns="91428" bIns="45714"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179640"/>
            <a:ext cx="7772400" cy="1125537"/>
          </a:xfrm>
          <a:prstGeom prst="rect">
            <a:avLst/>
          </a:prstGeom>
        </p:spPr>
        <p:txBody>
          <a:bodyPr lIns="91428" tIns="45714" rIns="91428" bIns="45714"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4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28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4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55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7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8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97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11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5D716B3-0F2C-C0F0-C3B5-00B4AACD0F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292E7D94-B2AA-48E8-A6FF-8D5B81DD4B1F}" type="datetimeFigureOut">
              <a:rPr lang="ja-JP" altLang="en-US"/>
              <a:pPr>
                <a:defRPr/>
              </a:pPr>
              <a:t>2026/3/16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D2640F3-F080-9D80-48DC-36B5F4AF5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1CB741B-DB8C-DE5A-81A1-BA433CA84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358C3347-493E-4764-A303-C8D25BAC0C84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8054520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lIns="91428" tIns="45714" rIns="91428" bIns="45714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075"/>
          </a:xfrm>
          <a:prstGeom prst="rect">
            <a:avLst/>
          </a:prstGeom>
        </p:spPr>
        <p:txBody>
          <a:bodyPr lIns="91428" tIns="45714" rIns="91428" bIns="45714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075"/>
          </a:xfrm>
          <a:prstGeom prst="rect">
            <a:avLst/>
          </a:prstGeom>
        </p:spPr>
        <p:txBody>
          <a:bodyPr lIns="91428" tIns="45714" rIns="91428" bIns="45714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F47306B-DA82-E84F-40F0-69C3F4591C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6D86A111-BF77-40F5-A5D3-1598EA07FAE6}" type="datetimeFigureOut">
              <a:rPr lang="ja-JP" altLang="en-US"/>
              <a:pPr>
                <a:defRPr/>
              </a:pPr>
              <a:t>2026/3/16</a:t>
            </a:fld>
            <a:endParaRPr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BAA0BFF-9035-7B35-4070-0B41AD68B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F0BF2F3-36FE-0BD9-6441-7AC8DFABE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F24A2D17-B0C3-4D5A-A991-B3C266DFF9DB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216352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lIns="91428" tIns="45714" rIns="91428" bIns="45714"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  <a:prstGeom prst="rect">
            <a:avLst/>
          </a:prstGeom>
        </p:spPr>
        <p:txBody>
          <a:bodyPr lIns="91428" tIns="45714" rIns="91428" bIns="45714" anchor="b"/>
          <a:lstStyle>
            <a:lvl1pPr marL="0" indent="0">
              <a:buNone/>
              <a:defRPr sz="2400" b="1"/>
            </a:lvl1pPr>
            <a:lvl2pPr marL="457140" indent="0">
              <a:buNone/>
              <a:defRPr sz="2000" b="1"/>
            </a:lvl2pPr>
            <a:lvl3pPr marL="914280" indent="0">
              <a:buNone/>
              <a:defRPr sz="1800" b="1"/>
            </a:lvl3pPr>
            <a:lvl4pPr marL="1371420" indent="0">
              <a:buNone/>
              <a:defRPr sz="1600" b="1"/>
            </a:lvl4pPr>
            <a:lvl5pPr marL="1828559" indent="0">
              <a:buNone/>
              <a:defRPr sz="1600" b="1"/>
            </a:lvl5pPr>
            <a:lvl6pPr marL="2285700" indent="0">
              <a:buNone/>
              <a:defRPr sz="1600" b="1"/>
            </a:lvl6pPr>
            <a:lvl7pPr marL="2742840" indent="0">
              <a:buNone/>
              <a:defRPr sz="1600" b="1"/>
            </a:lvl7pPr>
            <a:lvl8pPr marL="3199979" indent="0">
              <a:buNone/>
              <a:defRPr sz="1600" b="1"/>
            </a:lvl8pPr>
            <a:lvl9pPr marL="3657119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1631952"/>
            <a:ext cx="4040188" cy="2962275"/>
          </a:xfrm>
          <a:prstGeom prst="rect">
            <a:avLst/>
          </a:prstGeom>
        </p:spPr>
        <p:txBody>
          <a:bodyPr lIns="91428" tIns="45714" rIns="91428" bIns="45714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  <a:prstGeom prst="rect">
            <a:avLst/>
          </a:prstGeom>
        </p:spPr>
        <p:txBody>
          <a:bodyPr lIns="91428" tIns="45714" rIns="91428" bIns="45714" anchor="b"/>
          <a:lstStyle>
            <a:lvl1pPr marL="0" indent="0">
              <a:buNone/>
              <a:defRPr sz="2400" b="1"/>
            </a:lvl1pPr>
            <a:lvl2pPr marL="457140" indent="0">
              <a:buNone/>
              <a:defRPr sz="2000" b="1"/>
            </a:lvl2pPr>
            <a:lvl3pPr marL="914280" indent="0">
              <a:buNone/>
              <a:defRPr sz="1800" b="1"/>
            </a:lvl3pPr>
            <a:lvl4pPr marL="1371420" indent="0">
              <a:buNone/>
              <a:defRPr sz="1600" b="1"/>
            </a:lvl4pPr>
            <a:lvl5pPr marL="1828559" indent="0">
              <a:buNone/>
              <a:defRPr sz="1600" b="1"/>
            </a:lvl5pPr>
            <a:lvl6pPr marL="2285700" indent="0">
              <a:buNone/>
              <a:defRPr sz="1600" b="1"/>
            </a:lvl6pPr>
            <a:lvl7pPr marL="2742840" indent="0">
              <a:buNone/>
              <a:defRPr sz="1600" b="1"/>
            </a:lvl7pPr>
            <a:lvl8pPr marL="3199979" indent="0">
              <a:buNone/>
              <a:defRPr sz="1600" b="1"/>
            </a:lvl8pPr>
            <a:lvl9pPr marL="3657119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1631952"/>
            <a:ext cx="4041775" cy="2962275"/>
          </a:xfrm>
          <a:prstGeom prst="rect">
            <a:avLst/>
          </a:prstGeom>
        </p:spPr>
        <p:txBody>
          <a:bodyPr lIns="91428" tIns="45714" rIns="91428" bIns="45714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3C563A2-4C3F-A594-A3F4-351CC65469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B83E82C5-5E5A-4E55-B3F7-321BFADC0CA5}" type="datetimeFigureOut">
              <a:rPr lang="ja-JP" altLang="en-US"/>
              <a:pPr>
                <a:defRPr/>
              </a:pPr>
              <a:t>2026/3/16</a:t>
            </a:fld>
            <a:endParaRPr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B0C172E-5E3F-B4AC-BC09-2D2FC1939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A3DC57-36BD-36E3-B460-0EB75B56D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C0FD90BB-FC12-449C-B907-EF19A5BDF7B7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6766626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lIns="91428" tIns="45714" rIns="91428" bIns="45714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1206C4C-6451-A919-2692-FA00600489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24D8FCBB-3EE9-4561-8B2C-D0B0A328C88F}" type="datetimeFigureOut">
              <a:rPr lang="ja-JP" altLang="en-US"/>
              <a:pPr>
                <a:defRPr/>
              </a:pPr>
              <a:t>2026/3/16</a:t>
            </a:fld>
            <a:endParaRPr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8B7F9F5-B441-3E50-8B56-A7E160489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E00E6BD-8090-A57E-38C6-BDC41FF4E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3D743AA7-03E4-4F1A-9625-3F524221CB9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6586666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E5F3E70-A44C-DB6A-469E-8600331799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CC31790D-C8B4-495B-8728-8BC920A8583B}" type="datetimeFigureOut">
              <a:rPr lang="ja-JP" altLang="en-US"/>
              <a:pPr>
                <a:defRPr/>
              </a:pPr>
              <a:t>2026/3/16</a:t>
            </a:fld>
            <a:endParaRPr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368BAF3-3F41-8500-CD85-AC7308958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83025FF-C313-06E2-B1E1-EC4991785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00A14EA4-FB55-4FE1-BE45-2B386275C6BA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9080241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2" y="204790"/>
            <a:ext cx="3008313" cy="871537"/>
          </a:xfrm>
          <a:prstGeom prst="rect">
            <a:avLst/>
          </a:prstGeom>
        </p:spPr>
        <p:txBody>
          <a:bodyPr lIns="91428" tIns="45714" rIns="91428" bIns="45714"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437"/>
          </a:xfrm>
          <a:prstGeom prst="rect">
            <a:avLst/>
          </a:prstGeom>
        </p:spPr>
        <p:txBody>
          <a:bodyPr lIns="91428" tIns="45714" rIns="91428" bIns="45714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2" y="1076325"/>
            <a:ext cx="3008313" cy="3517900"/>
          </a:xfrm>
          <a:prstGeom prst="rect">
            <a:avLst/>
          </a:prstGeom>
        </p:spPr>
        <p:txBody>
          <a:bodyPr lIns="91428" tIns="45714" rIns="91428" bIns="45714"/>
          <a:lstStyle>
            <a:lvl1pPr marL="0" indent="0">
              <a:buNone/>
              <a:defRPr sz="1400"/>
            </a:lvl1pPr>
            <a:lvl2pPr marL="457140" indent="0">
              <a:buNone/>
              <a:defRPr sz="1200"/>
            </a:lvl2pPr>
            <a:lvl3pPr marL="914280" indent="0">
              <a:buNone/>
              <a:defRPr sz="1000"/>
            </a:lvl3pPr>
            <a:lvl4pPr marL="1371420" indent="0">
              <a:buNone/>
              <a:defRPr sz="900"/>
            </a:lvl4pPr>
            <a:lvl5pPr marL="1828559" indent="0">
              <a:buNone/>
              <a:defRPr sz="900"/>
            </a:lvl5pPr>
            <a:lvl6pPr marL="2285700" indent="0">
              <a:buNone/>
              <a:defRPr sz="900"/>
            </a:lvl6pPr>
            <a:lvl7pPr marL="2742840" indent="0">
              <a:buNone/>
              <a:defRPr sz="900"/>
            </a:lvl7pPr>
            <a:lvl8pPr marL="3199979" indent="0">
              <a:buNone/>
              <a:defRPr sz="900"/>
            </a:lvl8pPr>
            <a:lvl9pPr marL="3657119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FE93759-402C-C212-679C-097D020B3A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F151B567-EAC3-442F-BA04-4C33C35D6B45}" type="datetimeFigureOut">
              <a:rPr lang="ja-JP" altLang="en-US"/>
              <a:pPr>
                <a:defRPr/>
              </a:pPr>
              <a:t>2026/3/16</a:t>
            </a:fld>
            <a:endParaRPr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E5F66F7-CFC3-5BDC-9315-DE374182C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4C17CA6-E4F8-2FCF-C96E-7C53832BC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38753A0B-818E-46FF-838E-563A74171585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1603375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450"/>
          </a:xfrm>
          <a:prstGeom prst="rect">
            <a:avLst/>
          </a:prstGeom>
        </p:spPr>
        <p:txBody>
          <a:bodyPr lIns="91428" tIns="45714" rIns="91428" bIns="45714"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460376"/>
            <a:ext cx="5486400" cy="3086100"/>
          </a:xfrm>
          <a:prstGeom prst="rect">
            <a:avLst/>
          </a:prstGeom>
        </p:spPr>
        <p:txBody>
          <a:bodyPr lIns="91428" tIns="45714" rIns="91428" bIns="45714"/>
          <a:lstStyle>
            <a:lvl1pPr marL="0" indent="0">
              <a:buNone/>
              <a:defRPr sz="3200"/>
            </a:lvl1pPr>
            <a:lvl2pPr marL="457140" indent="0">
              <a:buNone/>
              <a:defRPr sz="2800"/>
            </a:lvl2pPr>
            <a:lvl3pPr marL="914280" indent="0">
              <a:buNone/>
              <a:defRPr sz="2400"/>
            </a:lvl3pPr>
            <a:lvl4pPr marL="1371420" indent="0">
              <a:buNone/>
              <a:defRPr sz="2000"/>
            </a:lvl4pPr>
            <a:lvl5pPr marL="1828559" indent="0">
              <a:buNone/>
              <a:defRPr sz="2000"/>
            </a:lvl5pPr>
            <a:lvl6pPr marL="2285700" indent="0">
              <a:buNone/>
              <a:defRPr sz="2000"/>
            </a:lvl6pPr>
            <a:lvl7pPr marL="2742840" indent="0">
              <a:buNone/>
              <a:defRPr sz="2000"/>
            </a:lvl7pPr>
            <a:lvl8pPr marL="3199979" indent="0">
              <a:buNone/>
              <a:defRPr sz="2000"/>
            </a:lvl8pPr>
            <a:lvl9pPr marL="3657119" indent="0">
              <a:buNone/>
              <a:defRPr sz="2000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  <a:prstGeom prst="rect">
            <a:avLst/>
          </a:prstGeom>
        </p:spPr>
        <p:txBody>
          <a:bodyPr lIns="91428" tIns="45714" rIns="91428" bIns="45714"/>
          <a:lstStyle>
            <a:lvl1pPr marL="0" indent="0">
              <a:buNone/>
              <a:defRPr sz="1400"/>
            </a:lvl1pPr>
            <a:lvl2pPr marL="457140" indent="0">
              <a:buNone/>
              <a:defRPr sz="1200"/>
            </a:lvl2pPr>
            <a:lvl3pPr marL="914280" indent="0">
              <a:buNone/>
              <a:defRPr sz="1000"/>
            </a:lvl3pPr>
            <a:lvl4pPr marL="1371420" indent="0">
              <a:buNone/>
              <a:defRPr sz="900"/>
            </a:lvl4pPr>
            <a:lvl5pPr marL="1828559" indent="0">
              <a:buNone/>
              <a:defRPr sz="900"/>
            </a:lvl5pPr>
            <a:lvl6pPr marL="2285700" indent="0">
              <a:buNone/>
              <a:defRPr sz="900"/>
            </a:lvl6pPr>
            <a:lvl7pPr marL="2742840" indent="0">
              <a:buNone/>
              <a:defRPr sz="900"/>
            </a:lvl7pPr>
            <a:lvl8pPr marL="3199979" indent="0">
              <a:buNone/>
              <a:defRPr sz="900"/>
            </a:lvl8pPr>
            <a:lvl9pPr marL="3657119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7718332-6F86-E39A-67B0-B4DEFECB16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7659B372-4772-4864-BBCE-6F9D4EB64A1C}" type="datetimeFigureOut">
              <a:rPr lang="ja-JP" altLang="en-US"/>
              <a:pPr>
                <a:defRPr/>
              </a:pPr>
              <a:t>2026/3/16</a:t>
            </a:fld>
            <a:endParaRPr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3FB5BC7-DA7F-802C-A219-CE93BF817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93F18C8-A610-02B0-0116-1FA4D91C9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7F76472E-4EBB-4FA0-A845-56BC4D0B523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1818900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lIns="91428" tIns="45714" rIns="91428" bIns="45714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075"/>
          </a:xfrm>
          <a:prstGeom prst="rect">
            <a:avLst/>
          </a:prstGeom>
        </p:spPr>
        <p:txBody>
          <a:bodyPr vert="eaVert" lIns="91428" tIns="45714" rIns="91428" bIns="45714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0BA8C8D-CA18-65EC-2D01-F761A2F7B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F6B2CD04-9948-4A53-AF73-CC5536A7F279}" type="datetimeFigureOut">
              <a:rPr lang="ja-JP" altLang="en-US"/>
              <a:pPr>
                <a:defRPr/>
              </a:pPr>
              <a:t>2026/3/16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14220A7-1AB6-E607-8C50-635475BEE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FC54000-DF71-D30A-7F4B-C3D9D34BD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F5750E2E-ED27-48D9-B303-42EA7E127E7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4103591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  <a:prstGeom prst="rect">
            <a:avLst/>
          </a:prstGeom>
        </p:spPr>
        <p:txBody>
          <a:bodyPr vert="eaVert" lIns="91428" tIns="45714" rIns="91428" bIns="45714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  <a:prstGeom prst="rect">
            <a:avLst/>
          </a:prstGeom>
        </p:spPr>
        <p:txBody>
          <a:bodyPr vert="eaVert" lIns="91428" tIns="45714" rIns="91428" bIns="45714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B5C07FE-2FEE-3B53-6EAF-67A9B3333E9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1849780E-D1E3-4E92-BC01-3556CAC6D110}" type="datetimeFigureOut">
              <a:rPr lang="ja-JP" altLang="en-US"/>
              <a:pPr>
                <a:defRPr/>
              </a:pPr>
              <a:t>2026/3/16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4153199-FA09-7763-8CE3-2195979A3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DE37488-0A94-1881-B297-CE3DA2A64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E8CF9E38-19BC-4D60-83FB-32517463FAAE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540237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1598615"/>
            <a:ext cx="7772400" cy="1101725"/>
          </a:xfrm>
        </p:spPr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9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1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 サブタイトルの書式設定</a:t>
            </a:r>
          </a:p>
        </p:txBody>
      </p:sp>
      <p:sp>
        <p:nvSpPr>
          <p:cNvPr id="4" name="日付プレースホルダ 3">
            <a:extLst>
              <a:ext uri="{FF2B5EF4-FFF2-40B4-BE49-F238E27FC236}">
                <a16:creationId xmlns:a16="http://schemas.microsoft.com/office/drawing/2014/main" id="{350BDBC6-9981-AE22-F2CE-8A3E251A4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0D0026-5B3B-4F69-B153-355A3ADC507A}" type="datetimeFigureOut">
              <a:rPr lang="ja-JP" altLang="en-US"/>
              <a:pPr>
                <a:defRPr/>
              </a:pPr>
              <a:t>2026/3/16</a:t>
            </a:fld>
            <a:endParaRPr lang="ja-JP" altLang="en-US"/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5730747C-C40F-D54E-2E42-6C18A83A9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>
            <a:extLst>
              <a:ext uri="{FF2B5EF4-FFF2-40B4-BE49-F238E27FC236}">
                <a16:creationId xmlns:a16="http://schemas.microsoft.com/office/drawing/2014/main" id="{BC5BC52F-E7B1-CC52-B1DF-82018CC13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A3A066-D073-4CC0-8E28-582DE693D8B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09958821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>
            <a:extLst>
              <a:ext uri="{FF2B5EF4-FFF2-40B4-BE49-F238E27FC236}">
                <a16:creationId xmlns:a16="http://schemas.microsoft.com/office/drawing/2014/main" id="{BE4FA259-C0A1-99AD-FCC9-7D5086D04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4A9EBA-6D5D-47F7-86EB-6ACC26E86598}" type="datetimeFigureOut">
              <a:rPr lang="ja-JP" altLang="en-US"/>
              <a:pPr>
                <a:defRPr/>
              </a:pPr>
              <a:t>2026/3/16</a:t>
            </a:fld>
            <a:endParaRPr lang="ja-JP" altLang="en-US"/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B271D028-A55C-C051-B824-998B00311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>
            <a:extLst>
              <a:ext uri="{FF2B5EF4-FFF2-40B4-BE49-F238E27FC236}">
                <a16:creationId xmlns:a16="http://schemas.microsoft.com/office/drawing/2014/main" id="{97DC26AE-60F4-CA80-AAEC-166BDD231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8EFB03-9418-483A-9C1A-0AE84968A934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95072998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179640"/>
            <a:ext cx="7772400" cy="112553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4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28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4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55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7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8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97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11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日付プレースホルダ 3">
            <a:extLst>
              <a:ext uri="{FF2B5EF4-FFF2-40B4-BE49-F238E27FC236}">
                <a16:creationId xmlns:a16="http://schemas.microsoft.com/office/drawing/2014/main" id="{0656F9A5-636C-794C-DD61-92D860F61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46D425-C072-421A-9A68-7F2901928545}" type="datetimeFigureOut">
              <a:rPr lang="ja-JP" altLang="en-US"/>
              <a:pPr>
                <a:defRPr/>
              </a:pPr>
              <a:t>2026/3/16</a:t>
            </a:fld>
            <a:endParaRPr lang="ja-JP" altLang="en-US"/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9B16D2D6-4BDC-0D49-2A2B-628D81726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>
            <a:extLst>
              <a:ext uri="{FF2B5EF4-FFF2-40B4-BE49-F238E27FC236}">
                <a16:creationId xmlns:a16="http://schemas.microsoft.com/office/drawing/2014/main" id="{82D24EAD-F1A8-8F43-F1C5-CE985188C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389887-43E1-4924-9BD2-8A3887A68A5C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574159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日付プレースホルダ 3">
            <a:extLst>
              <a:ext uri="{FF2B5EF4-FFF2-40B4-BE49-F238E27FC236}">
                <a16:creationId xmlns:a16="http://schemas.microsoft.com/office/drawing/2014/main" id="{21B4760D-C3F5-00D0-EDF5-BD82FE4F1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468EB9-564C-4257-A508-E4023867D272}" type="datetimeFigureOut">
              <a:rPr lang="ja-JP" altLang="en-US"/>
              <a:pPr>
                <a:defRPr/>
              </a:pPr>
              <a:t>2026/3/16</a:t>
            </a:fld>
            <a:endParaRPr lang="ja-JP" altLang="en-US"/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5BEDDDD3-DBAD-B17D-8B83-F81B9FD2C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5">
            <a:extLst>
              <a:ext uri="{FF2B5EF4-FFF2-40B4-BE49-F238E27FC236}">
                <a16:creationId xmlns:a16="http://schemas.microsoft.com/office/drawing/2014/main" id="{DA01EEF1-943B-807D-8947-76C45865C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4996CA-9125-4BC3-BC0D-EF5A38096A7C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1364657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40" indent="0">
              <a:buNone/>
              <a:defRPr sz="2000" b="1"/>
            </a:lvl2pPr>
            <a:lvl3pPr marL="914280" indent="0">
              <a:buNone/>
              <a:defRPr sz="1800" b="1"/>
            </a:lvl3pPr>
            <a:lvl4pPr marL="1371420" indent="0">
              <a:buNone/>
              <a:defRPr sz="1600" b="1"/>
            </a:lvl4pPr>
            <a:lvl5pPr marL="1828559" indent="0">
              <a:buNone/>
              <a:defRPr sz="1600" b="1"/>
            </a:lvl5pPr>
            <a:lvl6pPr marL="2285700" indent="0">
              <a:buNone/>
              <a:defRPr sz="1600" b="1"/>
            </a:lvl6pPr>
            <a:lvl7pPr marL="2742840" indent="0">
              <a:buNone/>
              <a:defRPr sz="1600" b="1"/>
            </a:lvl7pPr>
            <a:lvl8pPr marL="3199979" indent="0">
              <a:buNone/>
              <a:defRPr sz="1600" b="1"/>
            </a:lvl8pPr>
            <a:lvl9pPr marL="3657119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1631952"/>
            <a:ext cx="4040188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40" indent="0">
              <a:buNone/>
              <a:defRPr sz="2000" b="1"/>
            </a:lvl2pPr>
            <a:lvl3pPr marL="914280" indent="0">
              <a:buNone/>
              <a:defRPr sz="1800" b="1"/>
            </a:lvl3pPr>
            <a:lvl4pPr marL="1371420" indent="0">
              <a:buNone/>
              <a:defRPr sz="1600" b="1"/>
            </a:lvl4pPr>
            <a:lvl5pPr marL="1828559" indent="0">
              <a:buNone/>
              <a:defRPr sz="1600" b="1"/>
            </a:lvl5pPr>
            <a:lvl6pPr marL="2285700" indent="0">
              <a:buNone/>
              <a:defRPr sz="1600" b="1"/>
            </a:lvl6pPr>
            <a:lvl7pPr marL="2742840" indent="0">
              <a:buNone/>
              <a:defRPr sz="1600" b="1"/>
            </a:lvl7pPr>
            <a:lvl8pPr marL="3199979" indent="0">
              <a:buNone/>
              <a:defRPr sz="1600" b="1"/>
            </a:lvl8pPr>
            <a:lvl9pPr marL="3657119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1631952"/>
            <a:ext cx="4041775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日付プレースホルダ 3">
            <a:extLst>
              <a:ext uri="{FF2B5EF4-FFF2-40B4-BE49-F238E27FC236}">
                <a16:creationId xmlns:a16="http://schemas.microsoft.com/office/drawing/2014/main" id="{8247B2BE-6668-BCED-DFBC-131703363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6DB0BF-0F31-4461-A47E-F94519C77C36}" type="datetimeFigureOut">
              <a:rPr lang="ja-JP" altLang="en-US"/>
              <a:pPr>
                <a:defRPr/>
              </a:pPr>
              <a:t>2026/3/16</a:t>
            </a:fld>
            <a:endParaRPr lang="ja-JP" altLang="en-US"/>
          </a:p>
        </p:txBody>
      </p:sp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B6E2AD46-CA5B-9746-F247-F6A69FB94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5">
            <a:extLst>
              <a:ext uri="{FF2B5EF4-FFF2-40B4-BE49-F238E27FC236}">
                <a16:creationId xmlns:a16="http://schemas.microsoft.com/office/drawing/2014/main" id="{5DAE726C-C0D4-EFD3-C8EF-A47190754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886EFD-B543-4D5D-860E-C1822132421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64934322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日付プレースホルダ 3">
            <a:extLst>
              <a:ext uri="{FF2B5EF4-FFF2-40B4-BE49-F238E27FC236}">
                <a16:creationId xmlns:a16="http://schemas.microsoft.com/office/drawing/2014/main" id="{A7A48159-226E-AA6E-8E10-3A8BD3575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EF7B75-13E9-4557-A959-7DD005E4384F}" type="datetimeFigureOut">
              <a:rPr lang="ja-JP" altLang="en-US"/>
              <a:pPr>
                <a:defRPr/>
              </a:pPr>
              <a:t>2026/3/16</a:t>
            </a:fld>
            <a:endParaRPr lang="ja-JP" altLang="en-US"/>
          </a:p>
        </p:txBody>
      </p:sp>
      <p:sp>
        <p:nvSpPr>
          <p:cNvPr id="4" name="フッター プレースホルダ 4">
            <a:extLst>
              <a:ext uri="{FF2B5EF4-FFF2-40B4-BE49-F238E27FC236}">
                <a16:creationId xmlns:a16="http://schemas.microsoft.com/office/drawing/2014/main" id="{8F6B6A17-1BC2-6D14-0364-CE120A841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5">
            <a:extLst>
              <a:ext uri="{FF2B5EF4-FFF2-40B4-BE49-F238E27FC236}">
                <a16:creationId xmlns:a16="http://schemas.microsoft.com/office/drawing/2014/main" id="{10AD6559-563F-E7AD-1097-8A2B11432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4D603E-9806-4F3A-BDB1-6471EEA6E56C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6290891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3">
            <a:extLst>
              <a:ext uri="{FF2B5EF4-FFF2-40B4-BE49-F238E27FC236}">
                <a16:creationId xmlns:a16="http://schemas.microsoft.com/office/drawing/2014/main" id="{A6C41D13-4814-3A89-06D5-89BEC428B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058539-2DA7-49E5-A4B4-33EF42D61829}" type="datetimeFigureOut">
              <a:rPr lang="ja-JP" altLang="en-US"/>
              <a:pPr>
                <a:defRPr/>
              </a:pPr>
              <a:t>2026/3/16</a:t>
            </a:fld>
            <a:endParaRPr lang="ja-JP" altLang="en-US"/>
          </a:p>
        </p:txBody>
      </p:sp>
      <p:sp>
        <p:nvSpPr>
          <p:cNvPr id="3" name="フッター プレースホルダ 4">
            <a:extLst>
              <a:ext uri="{FF2B5EF4-FFF2-40B4-BE49-F238E27FC236}">
                <a16:creationId xmlns:a16="http://schemas.microsoft.com/office/drawing/2014/main" id="{D95507EF-9E57-64DA-E174-F749D2F27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4" name="スライド番号プレースホルダ 5">
            <a:extLst>
              <a:ext uri="{FF2B5EF4-FFF2-40B4-BE49-F238E27FC236}">
                <a16:creationId xmlns:a16="http://schemas.microsoft.com/office/drawing/2014/main" id="{0EAE458A-2252-E037-337F-8A9B890B2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9546C8-EA53-4062-B1ED-786E9B056B4A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07732058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2" y="204790"/>
            <a:ext cx="3008313" cy="8715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2" y="1076325"/>
            <a:ext cx="3008313" cy="3517900"/>
          </a:xfrm>
        </p:spPr>
        <p:txBody>
          <a:bodyPr/>
          <a:lstStyle>
            <a:lvl1pPr marL="0" indent="0">
              <a:buNone/>
              <a:defRPr sz="1400"/>
            </a:lvl1pPr>
            <a:lvl2pPr marL="457140" indent="0">
              <a:buNone/>
              <a:defRPr sz="1200"/>
            </a:lvl2pPr>
            <a:lvl3pPr marL="914280" indent="0">
              <a:buNone/>
              <a:defRPr sz="1000"/>
            </a:lvl3pPr>
            <a:lvl4pPr marL="1371420" indent="0">
              <a:buNone/>
              <a:defRPr sz="900"/>
            </a:lvl4pPr>
            <a:lvl5pPr marL="1828559" indent="0">
              <a:buNone/>
              <a:defRPr sz="900"/>
            </a:lvl5pPr>
            <a:lvl6pPr marL="2285700" indent="0">
              <a:buNone/>
              <a:defRPr sz="900"/>
            </a:lvl6pPr>
            <a:lvl7pPr marL="2742840" indent="0">
              <a:buNone/>
              <a:defRPr sz="900"/>
            </a:lvl7pPr>
            <a:lvl8pPr marL="3199979" indent="0">
              <a:buNone/>
              <a:defRPr sz="900"/>
            </a:lvl8pPr>
            <a:lvl9pPr marL="3657119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日付プレースホルダ 3">
            <a:extLst>
              <a:ext uri="{FF2B5EF4-FFF2-40B4-BE49-F238E27FC236}">
                <a16:creationId xmlns:a16="http://schemas.microsoft.com/office/drawing/2014/main" id="{5B548B93-A4B1-4F11-9D20-3495D3C3A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431991-61F1-4F29-B5F5-8C1A6F7EAFD2}" type="datetimeFigureOut">
              <a:rPr lang="ja-JP" altLang="en-US"/>
              <a:pPr>
                <a:defRPr/>
              </a:pPr>
              <a:t>2026/3/16</a:t>
            </a:fld>
            <a:endParaRPr lang="ja-JP" altLang="en-US"/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875BA7D9-5EE9-3FCB-DFB0-E92FBF1FF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5">
            <a:extLst>
              <a:ext uri="{FF2B5EF4-FFF2-40B4-BE49-F238E27FC236}">
                <a16:creationId xmlns:a16="http://schemas.microsoft.com/office/drawing/2014/main" id="{C24F6F42-C9E5-004A-FCD3-98CE75986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CCC4E5-5253-4619-9887-9802EECDAF35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280475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460376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40" indent="0">
              <a:buNone/>
              <a:defRPr sz="2800"/>
            </a:lvl2pPr>
            <a:lvl3pPr marL="914280" indent="0">
              <a:buNone/>
              <a:defRPr sz="2400"/>
            </a:lvl3pPr>
            <a:lvl4pPr marL="1371420" indent="0">
              <a:buNone/>
              <a:defRPr sz="2000"/>
            </a:lvl4pPr>
            <a:lvl5pPr marL="1828559" indent="0">
              <a:buNone/>
              <a:defRPr sz="2000"/>
            </a:lvl5pPr>
            <a:lvl6pPr marL="2285700" indent="0">
              <a:buNone/>
              <a:defRPr sz="2000"/>
            </a:lvl6pPr>
            <a:lvl7pPr marL="2742840" indent="0">
              <a:buNone/>
              <a:defRPr sz="2000"/>
            </a:lvl7pPr>
            <a:lvl8pPr marL="3199979" indent="0">
              <a:buNone/>
              <a:defRPr sz="2000"/>
            </a:lvl8pPr>
            <a:lvl9pPr marL="3657119" indent="0">
              <a:buNone/>
              <a:defRPr sz="2000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</p:spPr>
        <p:txBody>
          <a:bodyPr/>
          <a:lstStyle>
            <a:lvl1pPr marL="0" indent="0">
              <a:buNone/>
              <a:defRPr sz="1400"/>
            </a:lvl1pPr>
            <a:lvl2pPr marL="457140" indent="0">
              <a:buNone/>
              <a:defRPr sz="1200"/>
            </a:lvl2pPr>
            <a:lvl3pPr marL="914280" indent="0">
              <a:buNone/>
              <a:defRPr sz="1000"/>
            </a:lvl3pPr>
            <a:lvl4pPr marL="1371420" indent="0">
              <a:buNone/>
              <a:defRPr sz="900"/>
            </a:lvl4pPr>
            <a:lvl5pPr marL="1828559" indent="0">
              <a:buNone/>
              <a:defRPr sz="900"/>
            </a:lvl5pPr>
            <a:lvl6pPr marL="2285700" indent="0">
              <a:buNone/>
              <a:defRPr sz="900"/>
            </a:lvl6pPr>
            <a:lvl7pPr marL="2742840" indent="0">
              <a:buNone/>
              <a:defRPr sz="900"/>
            </a:lvl7pPr>
            <a:lvl8pPr marL="3199979" indent="0">
              <a:buNone/>
              <a:defRPr sz="900"/>
            </a:lvl8pPr>
            <a:lvl9pPr marL="3657119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日付プレースホルダ 3">
            <a:extLst>
              <a:ext uri="{FF2B5EF4-FFF2-40B4-BE49-F238E27FC236}">
                <a16:creationId xmlns:a16="http://schemas.microsoft.com/office/drawing/2014/main" id="{99E3996B-5EA6-01F4-0D0F-0CE1A6536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3D47C6-61A8-4F41-B989-A69821C3DCF6}" type="datetimeFigureOut">
              <a:rPr lang="ja-JP" altLang="en-US"/>
              <a:pPr>
                <a:defRPr/>
              </a:pPr>
              <a:t>2026/3/16</a:t>
            </a:fld>
            <a:endParaRPr lang="ja-JP" altLang="en-US"/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ED8EB21D-342E-2350-8F33-925818159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5">
            <a:extLst>
              <a:ext uri="{FF2B5EF4-FFF2-40B4-BE49-F238E27FC236}">
                <a16:creationId xmlns:a16="http://schemas.microsoft.com/office/drawing/2014/main" id="{0B951298-3CB2-BDC4-30D8-37303CBD3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CE2A2F-417C-4839-B9B2-0EEF9E4017CD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23696608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>
            <a:extLst>
              <a:ext uri="{FF2B5EF4-FFF2-40B4-BE49-F238E27FC236}">
                <a16:creationId xmlns:a16="http://schemas.microsoft.com/office/drawing/2014/main" id="{24F023BF-570A-049B-F89E-65762F693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FD1B4D-E225-438E-AC24-B06EE2752826}" type="datetimeFigureOut">
              <a:rPr lang="ja-JP" altLang="en-US"/>
              <a:pPr>
                <a:defRPr/>
              </a:pPr>
              <a:t>2026/3/16</a:t>
            </a:fld>
            <a:endParaRPr lang="ja-JP" altLang="en-US"/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33BE0A91-B0C3-42EB-C00A-635558542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>
            <a:extLst>
              <a:ext uri="{FF2B5EF4-FFF2-40B4-BE49-F238E27FC236}">
                <a16:creationId xmlns:a16="http://schemas.microsoft.com/office/drawing/2014/main" id="{34B315F1-7BA8-F251-C8CC-D0DF92DDD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04B1E2-71A3-4831-9C20-EF117ED6A97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8069840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</p:spPr>
        <p:txBody>
          <a:bodyPr vert="eaVert"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>
            <a:extLst>
              <a:ext uri="{FF2B5EF4-FFF2-40B4-BE49-F238E27FC236}">
                <a16:creationId xmlns:a16="http://schemas.microsoft.com/office/drawing/2014/main" id="{2B62FDFF-9379-7781-4337-E36F18B9A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D876B1-A2A8-4BAF-A72B-C6FF7BAF500C}" type="datetimeFigureOut">
              <a:rPr lang="ja-JP" altLang="en-US"/>
              <a:pPr>
                <a:defRPr/>
              </a:pPr>
              <a:t>2026/3/16</a:t>
            </a:fld>
            <a:endParaRPr lang="ja-JP" altLang="en-US"/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5589DAEB-DC85-0582-BAD5-1662500D4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>
            <a:extLst>
              <a:ext uri="{FF2B5EF4-FFF2-40B4-BE49-F238E27FC236}">
                <a16:creationId xmlns:a16="http://schemas.microsoft.com/office/drawing/2014/main" id="{95C9B0A9-C995-D547-2C40-CFC75C505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F48721-8295-47CD-A2A0-716CF89F86B5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74898557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jpe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13" Type="http://schemas.openxmlformats.org/officeDocument/2006/relationships/image" Target="../media/image3.jpe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9EEA1CB-3AFD-109B-78BD-FCA28EA250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992188"/>
            <a:ext cx="7772400" cy="32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8" tIns="45714" rIns="91428" bIns="4571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7296D63-85A0-8B69-B105-63AD3097A6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85900"/>
            <a:ext cx="7772400" cy="308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E94224C3-A56D-C0C6-E8E1-F25D40EA9EC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4686300"/>
            <a:ext cx="19050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FA932DF-4852-028E-BDB3-31C2FE9F7F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6300"/>
            <a:ext cx="28956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F89CBFA4-B0C6-5956-CA89-B416373D96A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607425" y="4806950"/>
            <a:ext cx="735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8" tIns="45714" rIns="91428" bIns="45714"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defRPr/>
            </a:pPr>
            <a:fld id="{60F17F53-6407-4ABD-ABCA-28764EA0B0E4}" type="slidenum">
              <a:rPr lang="en-US" altLang="ja-JP" sz="900" b="1" smtClean="0">
                <a:solidFill>
                  <a:srgbClr val="009B4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pPr eaLnBrk="1" hangingPunct="1">
                <a:defRPr/>
              </a:pPr>
              <a:t>‹#›</a:t>
            </a:fld>
            <a:r>
              <a:rPr lang="en-US" altLang="ja-JP" sz="900" b="1">
                <a:solidFill>
                  <a:srgbClr val="009B4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/12</a:t>
            </a:r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6351D8E8-041F-4116-09F8-5B029BE5E59E}"/>
              </a:ext>
            </a:extLst>
          </p:cNvPr>
          <p:cNvCxnSpPr/>
          <p:nvPr userDrawn="1"/>
        </p:nvCxnSpPr>
        <p:spPr>
          <a:xfrm flipH="1">
            <a:off x="8604250" y="4800600"/>
            <a:ext cx="539750" cy="0"/>
          </a:xfrm>
          <a:prstGeom prst="line">
            <a:avLst/>
          </a:prstGeom>
          <a:ln w="12700">
            <a:solidFill>
              <a:srgbClr val="009B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81924A1C-F3C5-9EBF-F766-7987AC8193B5}"/>
              </a:ext>
            </a:extLst>
          </p:cNvPr>
          <p:cNvCxnSpPr/>
          <p:nvPr userDrawn="1"/>
        </p:nvCxnSpPr>
        <p:spPr>
          <a:xfrm flipH="1">
            <a:off x="349250" y="658813"/>
            <a:ext cx="8528050" cy="0"/>
          </a:xfrm>
          <a:prstGeom prst="line">
            <a:avLst/>
          </a:prstGeom>
          <a:ln w="12700">
            <a:solidFill>
              <a:srgbClr val="009B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3" name="図 13" descr="ロックアップ_カラー_RGB.jpg">
            <a:extLst>
              <a:ext uri="{FF2B5EF4-FFF2-40B4-BE49-F238E27FC236}">
                <a16:creationId xmlns:a16="http://schemas.microsoft.com/office/drawing/2014/main" id="{A66CA60D-36AD-BA26-0184-56C12B945A25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1600" y="65088"/>
            <a:ext cx="1255713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523024" r:id="rId1"/>
    <p:sldLayoutId id="2147523025" r:id="rId2"/>
    <p:sldLayoutId id="2147523026" r:id="rId3"/>
    <p:sldLayoutId id="2147523027" r:id="rId4"/>
    <p:sldLayoutId id="2147523028" r:id="rId5"/>
    <p:sldLayoutId id="2147523029" r:id="rId6"/>
    <p:sldLayoutId id="2147523030" r:id="rId7"/>
    <p:sldLayoutId id="2147523031" r:id="rId8"/>
    <p:sldLayoutId id="2147523032" r:id="rId9"/>
    <p:sldLayoutId id="2147523033" r:id="rId10"/>
    <p:sldLayoutId id="2147523034" r:id="rId11"/>
    <p:sldLayoutId id="2147523035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5pPr>
      <a:lvl6pPr marL="45714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6pPr>
      <a:lvl7pPr marL="91428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7pPr>
      <a:lvl8pPr marL="137142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8pPr>
      <a:lvl9pPr marL="1828559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9pPr>
    </p:titleStyle>
    <p:bodyStyle>
      <a:lvl1pPr marL="341313" indent="-341313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1413" indent="-227013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598613" indent="-227013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5813" indent="-227013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268" indent="-22857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409" indent="-22857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8549" indent="-22857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5688" indent="-22857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0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80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20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59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00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40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79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19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図 7" descr="ロックアップ_カラー_RGB.jpg">
            <a:extLst>
              <a:ext uri="{FF2B5EF4-FFF2-40B4-BE49-F238E27FC236}">
                <a16:creationId xmlns:a16="http://schemas.microsoft.com/office/drawing/2014/main" id="{ED36DA04-8F09-8C4C-EB38-79A0F1EE9A8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9713" y="1690688"/>
            <a:ext cx="3548062" cy="164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523036" r:id="rId1"/>
    <p:sldLayoutId id="2147523037" r:id="rId2"/>
    <p:sldLayoutId id="2147523038" r:id="rId3"/>
    <p:sldLayoutId id="2147523039" r:id="rId4"/>
    <p:sldLayoutId id="2147523040" r:id="rId5"/>
    <p:sldLayoutId id="2147523041" r:id="rId6"/>
    <p:sldLayoutId id="2147523042" r:id="rId7"/>
    <p:sldLayoutId id="2147523043" r:id="rId8"/>
    <p:sldLayoutId id="2147523044" r:id="rId9"/>
    <p:sldLayoutId id="2147523045" r:id="rId10"/>
    <p:sldLayoutId id="2147523046" r:id="rId11"/>
  </p:sldLayoutIdLst>
  <p:txStyles>
    <p:titleStyle>
      <a:lvl1pPr algn="ctr" defTabSz="455613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5613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defTabSz="455613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defTabSz="455613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defTabSz="455613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defTabSz="455613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defTabSz="455613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defTabSz="455613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defTabSz="455613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1313" indent="-341313" algn="l" defTabSz="4556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defTabSz="4556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1413" indent="-227013" algn="l" defTabSz="4556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8613" indent="-227013" algn="l" defTabSz="4556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5813" indent="-227013" algn="l" defTabSz="4556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268" indent="-228570" algn="l" defTabSz="45714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09" indent="-228570" algn="l" defTabSz="45714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549" indent="-228570" algn="l" defTabSz="45714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688" indent="-228570" algn="l" defTabSz="45714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14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0" algn="l" defTabSz="45714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80" algn="l" defTabSz="45714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20" algn="l" defTabSz="45714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59" algn="l" defTabSz="45714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00" algn="l" defTabSz="45714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40" algn="l" defTabSz="45714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79" algn="l" defTabSz="45714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19" algn="l" defTabSz="45714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タイトル プレースホルダ 1">
            <a:extLst>
              <a:ext uri="{FF2B5EF4-FFF2-40B4-BE49-F238E27FC236}">
                <a16:creationId xmlns:a16="http://schemas.microsoft.com/office/drawing/2014/main" id="{D966BBF6-5EF0-EDF6-196C-76B4DA3E2B67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8" tIns="45714" rIns="91428" bIns="4571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3075" name="テキスト プレースホルダ 2">
            <a:extLst>
              <a:ext uri="{FF2B5EF4-FFF2-40B4-BE49-F238E27FC236}">
                <a16:creationId xmlns:a16="http://schemas.microsoft.com/office/drawing/2014/main" id="{3C66F6A0-316C-8BA2-49E8-345B0F750AF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>
            <a:extLst>
              <a:ext uri="{FF2B5EF4-FFF2-40B4-BE49-F238E27FC236}">
                <a16:creationId xmlns:a16="http://schemas.microsoft.com/office/drawing/2014/main" id="{19159B82-1F86-87C1-F4C7-F04253F099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51CA59EE-28C1-40F8-9ABA-9BDD2593A996}" type="datetimeFigureOut">
              <a:rPr lang="ja-JP" altLang="en-US"/>
              <a:pPr>
                <a:defRPr/>
              </a:pPr>
              <a:t>2026/3/16</a:t>
            </a:fld>
            <a:endParaRPr lang="ja-JP" altLang="en-US"/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DB081675-EDCC-690A-71D0-493B4ECDCF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>
            <a:extLst>
              <a:ext uri="{FF2B5EF4-FFF2-40B4-BE49-F238E27FC236}">
                <a16:creationId xmlns:a16="http://schemas.microsoft.com/office/drawing/2014/main" id="{35244707-C8DB-10AB-3A6F-63D98DA98B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28" tIns="45714" rIns="91428" bIns="45714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4073A3FB-21A4-4DF9-905A-4FFF45274A4A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23013" r:id="rId1"/>
    <p:sldLayoutId id="2147523014" r:id="rId2"/>
    <p:sldLayoutId id="2147523015" r:id="rId3"/>
    <p:sldLayoutId id="2147523016" r:id="rId4"/>
    <p:sldLayoutId id="2147523017" r:id="rId5"/>
    <p:sldLayoutId id="2147523018" r:id="rId6"/>
    <p:sldLayoutId id="2147523019" r:id="rId7"/>
    <p:sldLayoutId id="2147523020" r:id="rId8"/>
    <p:sldLayoutId id="2147523021" r:id="rId9"/>
    <p:sldLayoutId id="2147523022" r:id="rId10"/>
    <p:sldLayoutId id="214752302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14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28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42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559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1313" indent="-341313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1413" indent="-227013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8613" indent="-227013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5813" indent="-227013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268" indent="-228570" algn="l" defTabSz="91428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09" indent="-228570" algn="l" defTabSz="91428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549" indent="-228570" algn="l" defTabSz="91428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688" indent="-228570" algn="l" defTabSz="91428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0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80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20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59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00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40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79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19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3">
            <a:extLst>
              <a:ext uri="{FF2B5EF4-FFF2-40B4-BE49-F238E27FC236}">
                <a16:creationId xmlns:a16="http://schemas.microsoft.com/office/drawing/2014/main" id="{124A64A4-EF98-F7B2-CBBF-BE228B371094}"/>
              </a:ext>
            </a:extLst>
          </p:cNvPr>
          <p:cNvSpPr txBox="1">
            <a:spLocks/>
          </p:cNvSpPr>
          <p:nvPr/>
        </p:nvSpPr>
        <p:spPr>
          <a:xfrm>
            <a:off x="330200" y="239713"/>
            <a:ext cx="6078538" cy="3556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>
            <a:defPPr>
              <a:defRPr lang="ja-JP"/>
            </a:defPPr>
            <a:lvl1pPr eaLnBrk="1" hangingPunct="1">
              <a:defRPr sz="2800" b="1">
                <a:solidFill>
                  <a:srgbClr val="0099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  <a:lvl2pPr algn="ctr">
              <a:defRPr sz="4400">
                <a:solidFill>
                  <a:schemeClr val="tx2"/>
                </a:solidFill>
              </a:defRPr>
            </a:lvl2pPr>
            <a:lvl3pPr algn="ctr">
              <a:defRPr sz="4400">
                <a:solidFill>
                  <a:schemeClr val="tx2"/>
                </a:solidFill>
              </a:defRPr>
            </a:lvl3pPr>
            <a:lvl4pPr algn="ctr">
              <a:defRPr sz="4400">
                <a:solidFill>
                  <a:schemeClr val="tx2"/>
                </a:solidFill>
              </a:defRPr>
            </a:lvl4pPr>
            <a:lvl5pPr algn="ctr">
              <a:defRPr sz="4400">
                <a:solidFill>
                  <a:schemeClr val="tx2"/>
                </a:solidFill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</a:defRPr>
            </a:lvl9pPr>
          </a:lstStyle>
          <a:p>
            <a:pPr>
              <a:defRPr/>
            </a:pPr>
            <a:r>
              <a:rPr lang="en-US" altLang="ja-JP" sz="2100" dirty="0">
                <a:solidFill>
                  <a:srgbClr val="00B050"/>
                </a:solidFill>
              </a:rPr>
              <a:t>B.</a:t>
            </a:r>
            <a:r>
              <a:rPr lang="ja-JP" altLang="en-US" sz="2100" dirty="0">
                <a:solidFill>
                  <a:srgbClr val="00B050"/>
                </a:solidFill>
              </a:rPr>
              <a:t> </a:t>
            </a:r>
            <a:r>
              <a:rPr lang="en-US" altLang="ja-JP" sz="2100" dirty="0">
                <a:solidFill>
                  <a:srgbClr val="00B050"/>
                </a:solidFill>
              </a:rPr>
              <a:t>EDMS</a:t>
            </a:r>
            <a:r>
              <a:rPr lang="ja-JP" altLang="en-US" sz="2100" dirty="0">
                <a:solidFill>
                  <a:srgbClr val="00B050"/>
                </a:solidFill>
              </a:rPr>
              <a:t>案（電子化、ペーパーレス活動）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4E0D192-BB3C-F08C-057A-3B985AF655D5}"/>
              </a:ext>
            </a:extLst>
          </p:cNvPr>
          <p:cNvSpPr/>
          <p:nvPr/>
        </p:nvSpPr>
        <p:spPr>
          <a:xfrm>
            <a:off x="330200" y="3503614"/>
            <a:ext cx="8551472" cy="1240774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just">
              <a:defRPr/>
            </a:pPr>
            <a:r>
              <a:rPr lang="ja-JP" altLang="en-US" sz="1000" b="1" u="sng" dirty="0"/>
              <a:t>現状：</a:t>
            </a:r>
            <a:endParaRPr lang="en-US" altLang="ja-JP" sz="1000" b="1" u="sng" dirty="0"/>
          </a:p>
          <a:p>
            <a:pPr algn="just">
              <a:defRPr/>
            </a:pPr>
            <a:r>
              <a:rPr lang="ja-JP" altLang="en-US" sz="900" dirty="0">
                <a:solidFill>
                  <a:schemeClr val="tx1"/>
                </a:solidFill>
              </a:rPr>
              <a:t>　</a:t>
            </a:r>
            <a:r>
              <a:rPr lang="ja-JP" altLang="en-US" sz="900" b="1" dirty="0">
                <a:solidFill>
                  <a:schemeClr val="tx1"/>
                </a:solidFill>
              </a:rPr>
              <a:t>① </a:t>
            </a:r>
            <a:r>
              <a:rPr lang="en-US" altLang="ja-JP" sz="900" b="1" dirty="0">
                <a:solidFill>
                  <a:schemeClr val="tx1"/>
                </a:solidFill>
              </a:rPr>
              <a:t>MDU</a:t>
            </a:r>
            <a:r>
              <a:rPr lang="ja-JP" altLang="en-US" sz="900" b="1" dirty="0">
                <a:solidFill>
                  <a:schemeClr val="tx1"/>
                </a:solidFill>
              </a:rPr>
              <a:t>のチェックシートは</a:t>
            </a:r>
            <a:r>
              <a:rPr lang="en-US" altLang="ja-JP" sz="900" b="1" dirty="0">
                <a:solidFill>
                  <a:schemeClr val="tx1"/>
                </a:solidFill>
              </a:rPr>
              <a:t>1</a:t>
            </a:r>
            <a:r>
              <a:rPr lang="ja-JP" altLang="en-US" sz="900" b="1" dirty="0">
                <a:solidFill>
                  <a:schemeClr val="tx1"/>
                </a:solidFill>
              </a:rPr>
              <a:t>月に</a:t>
            </a:r>
            <a:r>
              <a:rPr lang="en-US" altLang="ja-JP" sz="900" b="1" dirty="0">
                <a:solidFill>
                  <a:schemeClr val="tx1"/>
                </a:solidFill>
              </a:rPr>
              <a:t>4,570</a:t>
            </a:r>
            <a:r>
              <a:rPr lang="ja-JP" altLang="en-US" sz="900" b="1" dirty="0">
                <a:solidFill>
                  <a:schemeClr val="tx1"/>
                </a:solidFill>
              </a:rPr>
              <a:t>フォーム実施しました。合計は約</a:t>
            </a:r>
            <a:r>
              <a:rPr lang="en-US" altLang="ja-JP" sz="900" b="1" dirty="0">
                <a:solidFill>
                  <a:schemeClr val="tx1"/>
                </a:solidFill>
              </a:rPr>
              <a:t>16,230</a:t>
            </a:r>
            <a:r>
              <a:rPr lang="ja-JP" altLang="en-US" sz="900" b="1" dirty="0">
                <a:solidFill>
                  <a:schemeClr val="tx1"/>
                </a:solidFill>
              </a:rPr>
              <a:t>フォーム（タブレットで記入）。</a:t>
            </a:r>
            <a:endParaRPr lang="en-US" altLang="ja-JP" sz="900" b="1" dirty="0">
              <a:solidFill>
                <a:schemeClr val="tx1"/>
              </a:solidFill>
            </a:endParaRPr>
          </a:p>
          <a:p>
            <a:pPr algn="just">
              <a:defRPr/>
            </a:pPr>
            <a:r>
              <a:rPr lang="ja-JP" altLang="en-US" sz="900" b="1" dirty="0">
                <a:solidFill>
                  <a:schemeClr val="tx1"/>
                </a:solidFill>
              </a:rPr>
              <a:t>  ② 第１製造部のフォーム実施は</a:t>
            </a:r>
            <a:r>
              <a:rPr lang="en-US" altLang="ja-JP" sz="900" b="1" dirty="0">
                <a:solidFill>
                  <a:schemeClr val="tx1"/>
                </a:solidFill>
              </a:rPr>
              <a:t>1</a:t>
            </a:r>
            <a:r>
              <a:rPr lang="ja-JP" altLang="en-US" sz="900" b="1" dirty="0">
                <a:solidFill>
                  <a:schemeClr val="tx1"/>
                </a:solidFill>
              </a:rPr>
              <a:t>月に</a:t>
            </a:r>
            <a:r>
              <a:rPr lang="en-US" altLang="ja-JP" sz="900" b="1" dirty="0">
                <a:solidFill>
                  <a:schemeClr val="tx1"/>
                </a:solidFill>
              </a:rPr>
              <a:t>267</a:t>
            </a:r>
            <a:r>
              <a:rPr lang="ja-JP" altLang="en-US" sz="900" b="1" dirty="0">
                <a:solidFill>
                  <a:schemeClr val="tx1"/>
                </a:solidFill>
              </a:rPr>
              <a:t>フォーム実施しました。合計は約</a:t>
            </a:r>
            <a:r>
              <a:rPr lang="en-US" altLang="ja-JP" sz="900" b="1" dirty="0">
                <a:solidFill>
                  <a:schemeClr val="tx1"/>
                </a:solidFill>
              </a:rPr>
              <a:t>756</a:t>
            </a:r>
            <a:r>
              <a:rPr lang="ja-JP" altLang="en-US" sz="900" b="1" dirty="0">
                <a:solidFill>
                  <a:schemeClr val="tx1"/>
                </a:solidFill>
              </a:rPr>
              <a:t>フォーム（タブレットとパソコンで記入）。</a:t>
            </a:r>
            <a:endParaRPr lang="en-US" altLang="ja-JP" sz="900" b="1" dirty="0">
              <a:solidFill>
                <a:schemeClr val="tx1"/>
              </a:solidFill>
            </a:endParaRPr>
          </a:p>
          <a:p>
            <a:pPr algn="just">
              <a:defRPr/>
            </a:pPr>
            <a:r>
              <a:rPr lang="ja-JP" altLang="en-US" sz="900" b="1" dirty="0">
                <a:solidFill>
                  <a:schemeClr val="tx1"/>
                </a:solidFill>
              </a:rPr>
              <a:t>　③ </a:t>
            </a:r>
            <a:r>
              <a:rPr lang="en-US" altLang="ja-JP" sz="900" b="1" dirty="0">
                <a:solidFill>
                  <a:schemeClr val="tx1"/>
                </a:solidFill>
              </a:rPr>
              <a:t>MOLD</a:t>
            </a:r>
            <a:r>
              <a:rPr lang="ja-JP" altLang="en-US" sz="900" b="1" dirty="0">
                <a:solidFill>
                  <a:schemeClr val="tx1"/>
                </a:solidFill>
              </a:rPr>
              <a:t>のフォーム実施は</a:t>
            </a:r>
            <a:r>
              <a:rPr lang="en-US" altLang="ja-JP" sz="900" b="1" dirty="0">
                <a:solidFill>
                  <a:schemeClr val="tx1"/>
                </a:solidFill>
              </a:rPr>
              <a:t>1</a:t>
            </a:r>
            <a:r>
              <a:rPr lang="ja-JP" altLang="en-US" sz="900" b="1" dirty="0">
                <a:solidFill>
                  <a:schemeClr val="tx1"/>
                </a:solidFill>
              </a:rPr>
              <a:t>月に</a:t>
            </a:r>
            <a:r>
              <a:rPr lang="en-US" altLang="ja-JP" sz="900" b="1" dirty="0">
                <a:solidFill>
                  <a:schemeClr val="tx1"/>
                </a:solidFill>
              </a:rPr>
              <a:t>253</a:t>
            </a:r>
            <a:r>
              <a:rPr lang="ja-JP" altLang="en-US" sz="900" b="1" dirty="0">
                <a:solidFill>
                  <a:schemeClr val="tx1"/>
                </a:solidFill>
              </a:rPr>
              <a:t>フォーム実施しました。合計は約</a:t>
            </a:r>
            <a:r>
              <a:rPr lang="en-US" altLang="ja-JP" sz="900" b="1" dirty="0">
                <a:solidFill>
                  <a:schemeClr val="tx1"/>
                </a:solidFill>
              </a:rPr>
              <a:t>702</a:t>
            </a:r>
            <a:r>
              <a:rPr lang="ja-JP" altLang="en-US" sz="900" b="1" dirty="0">
                <a:solidFill>
                  <a:schemeClr val="tx1"/>
                </a:solidFill>
              </a:rPr>
              <a:t>フォーム（</a:t>
            </a:r>
            <a:r>
              <a:rPr lang="en-US" altLang="ja-JP" sz="900" b="1" dirty="0">
                <a:solidFill>
                  <a:schemeClr val="tx1"/>
                </a:solidFill>
              </a:rPr>
              <a:t>JIG</a:t>
            </a:r>
            <a:r>
              <a:rPr lang="ja-JP" altLang="en-US" sz="900" b="1" dirty="0">
                <a:solidFill>
                  <a:schemeClr val="tx1"/>
                </a:solidFill>
              </a:rPr>
              <a:t>使用、パソコンで記入）。</a:t>
            </a:r>
            <a:endParaRPr lang="en-US" altLang="ja-JP" sz="900" b="1" dirty="0">
              <a:solidFill>
                <a:schemeClr val="tx1"/>
              </a:solidFill>
            </a:endParaRPr>
          </a:p>
          <a:p>
            <a:pPr algn="just">
              <a:defRPr/>
            </a:pPr>
            <a:r>
              <a:rPr lang="ja-JP" altLang="en-US" sz="900" b="1" dirty="0">
                <a:solidFill>
                  <a:schemeClr val="tx1"/>
                </a:solidFill>
              </a:rPr>
              <a:t>　④ </a:t>
            </a:r>
            <a:r>
              <a:rPr lang="en-US" altLang="ja-JP" sz="900" b="1" dirty="0">
                <a:solidFill>
                  <a:schemeClr val="tx1"/>
                </a:solidFill>
              </a:rPr>
              <a:t>SCD</a:t>
            </a:r>
            <a:r>
              <a:rPr lang="ja-JP" altLang="en-US" sz="900" b="1" dirty="0">
                <a:solidFill>
                  <a:schemeClr val="tx1"/>
                </a:solidFill>
              </a:rPr>
              <a:t>のチェックシートは</a:t>
            </a:r>
            <a:r>
              <a:rPr lang="en-US" altLang="ja-JP" sz="900" b="1" dirty="0">
                <a:solidFill>
                  <a:schemeClr val="tx1"/>
                </a:solidFill>
              </a:rPr>
              <a:t>1</a:t>
            </a:r>
            <a:r>
              <a:rPr lang="ja-JP" altLang="en-US" sz="900" b="1" dirty="0">
                <a:solidFill>
                  <a:schemeClr val="tx1"/>
                </a:solidFill>
              </a:rPr>
              <a:t>月に</a:t>
            </a:r>
            <a:r>
              <a:rPr lang="en-US" altLang="ja-JP" sz="900" b="1" dirty="0">
                <a:solidFill>
                  <a:schemeClr val="tx1"/>
                </a:solidFill>
              </a:rPr>
              <a:t>697</a:t>
            </a:r>
            <a:r>
              <a:rPr lang="ja-JP" altLang="en-US" sz="900" b="1" dirty="0">
                <a:solidFill>
                  <a:schemeClr val="tx1"/>
                </a:solidFill>
              </a:rPr>
              <a:t>フォーム実施しました。合計は約</a:t>
            </a:r>
            <a:r>
              <a:rPr lang="en-US" altLang="ja-JP" sz="900" b="1" dirty="0">
                <a:solidFill>
                  <a:schemeClr val="tx1"/>
                </a:solidFill>
              </a:rPr>
              <a:t>1,898</a:t>
            </a:r>
            <a:r>
              <a:rPr lang="ja-JP" altLang="en-US" sz="900" b="1" dirty="0">
                <a:solidFill>
                  <a:schemeClr val="tx1"/>
                </a:solidFill>
              </a:rPr>
              <a:t>フォーム（パソコンで記入）。</a:t>
            </a:r>
            <a:endParaRPr lang="en-US" altLang="ja-JP" sz="900" b="1" dirty="0">
              <a:solidFill>
                <a:schemeClr val="tx1"/>
              </a:solidFill>
            </a:endParaRPr>
          </a:p>
          <a:p>
            <a:pPr algn="just">
              <a:defRPr/>
            </a:pPr>
            <a:endParaRPr lang="en-US" altLang="ja-JP" sz="900" b="1" dirty="0">
              <a:solidFill>
                <a:schemeClr val="tx1"/>
              </a:solidFill>
            </a:endParaRPr>
          </a:p>
        </p:txBody>
      </p:sp>
      <p:pic>
        <p:nvPicPr>
          <p:cNvPr id="29703" name="Chart 1" descr="reportED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200" y="681038"/>
            <a:ext cx="8551472" cy="28225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>
            <a:extLst>
              <a:ext uri="{FF2B5EF4-FFF2-40B4-BE49-F238E27FC236}">
                <a16:creationId xmlns:a16="http://schemas.microsoft.com/office/drawing/2014/main" id="{32F6D8F1-41E4-7DF2-1D26-0D3E417645BE}"/>
              </a:ext>
            </a:extLst>
          </p:cNvPr>
          <p:cNvSpPr txBox="1">
            <a:spLocks/>
          </p:cNvSpPr>
          <p:nvPr/>
        </p:nvSpPr>
        <p:spPr>
          <a:xfrm>
            <a:off x="330200" y="239713"/>
            <a:ext cx="6078538" cy="3556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>
            <a:defPPr>
              <a:defRPr lang="ja-JP"/>
            </a:defPPr>
            <a:lvl1pPr eaLnBrk="1" hangingPunct="1">
              <a:defRPr sz="2800" b="1">
                <a:solidFill>
                  <a:srgbClr val="0099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  <a:lvl2pPr algn="ctr">
              <a:defRPr sz="4400">
                <a:solidFill>
                  <a:schemeClr val="tx2"/>
                </a:solidFill>
              </a:defRPr>
            </a:lvl2pPr>
            <a:lvl3pPr algn="ctr">
              <a:defRPr sz="4400">
                <a:solidFill>
                  <a:schemeClr val="tx2"/>
                </a:solidFill>
              </a:defRPr>
            </a:lvl3pPr>
            <a:lvl4pPr algn="ctr">
              <a:defRPr sz="4400">
                <a:solidFill>
                  <a:schemeClr val="tx2"/>
                </a:solidFill>
              </a:defRPr>
            </a:lvl4pPr>
            <a:lvl5pPr algn="ctr">
              <a:defRPr sz="4400">
                <a:solidFill>
                  <a:schemeClr val="tx2"/>
                </a:solidFill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</a:defRPr>
            </a:lvl9pPr>
          </a:lstStyle>
          <a:p>
            <a:pPr>
              <a:defRPr/>
            </a:pPr>
            <a:r>
              <a:rPr lang="en-US" altLang="ja-JP" sz="2100" dirty="0">
                <a:solidFill>
                  <a:srgbClr val="00B050"/>
                </a:solidFill>
              </a:rPr>
              <a:t>C.</a:t>
            </a:r>
            <a:r>
              <a:rPr lang="ja-JP" altLang="en-US" sz="2100" dirty="0">
                <a:solidFill>
                  <a:srgbClr val="00B050"/>
                </a:solidFill>
              </a:rPr>
              <a:t> </a:t>
            </a:r>
            <a:r>
              <a:rPr lang="en-US" altLang="ja-JP" sz="2100" dirty="0">
                <a:solidFill>
                  <a:srgbClr val="00B050"/>
                </a:solidFill>
              </a:rPr>
              <a:t>NAS</a:t>
            </a:r>
            <a:r>
              <a:rPr lang="ja-JP" altLang="en-US" sz="2100" dirty="0">
                <a:solidFill>
                  <a:srgbClr val="00B050"/>
                </a:solidFill>
              </a:rPr>
              <a:t>の提案</a:t>
            </a:r>
          </a:p>
        </p:txBody>
      </p:sp>
      <p:pic>
        <p:nvPicPr>
          <p:cNvPr id="30727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200" y="736600"/>
            <a:ext cx="4432300" cy="4167188"/>
          </a:xfrm>
          <a:prstGeom prst="rect">
            <a:avLst/>
          </a:prstGeom>
        </p:spPr>
      </p:pic>
      <p:pic>
        <p:nvPicPr>
          <p:cNvPr id="30728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1088" y="738188"/>
            <a:ext cx="4005262" cy="40751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新しいプレゼンテーション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新しいプレゼンテーション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新しいプレゼンテーショ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デザインの設定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デザインの設定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Unknown Document Type" ma:contentTypeID="0x010104" ma:contentTypeVersion="0" ma:contentTypeDescription="" ma:contentTypeScope="" ma:versionID="279c20c3caf3300dae6b438536eb8c56">
  <xsd:schema xmlns:xsd="http://www.w3.org/2001/XMLSchema" xmlns:p="http://schemas.microsoft.com/office/2006/metadata/properties" targetNamespace="http://schemas.microsoft.com/office/2006/metadata/properties" ma:root="true" ma:fieldsID="0d2e1ca116041f9e11471c52c4c9d60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5F84735-4675-4953-9250-2B9B5D6DD3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2.xml><?xml version="1.0" encoding="utf-8"?>
<ds:datastoreItem xmlns:ds="http://schemas.openxmlformats.org/officeDocument/2006/customXml" ds:itemID="{1756DD49-77B6-4CE7-9737-AC9BF54959E9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F67EC0F5-4CB8-4B7D-B657-8AD5F4E7560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83509</TotalTime>
  <Words>225</Words>
  <Application>Microsoft Office PowerPoint</Application>
  <PresentationFormat>On-screen Show (16:9)</PresentationFormat>
  <Paragraphs>8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メイリオ</vt:lpstr>
      <vt:lpstr>Arial</vt:lpstr>
      <vt:lpstr>Calibri</vt:lpstr>
      <vt:lpstr>新しいプレゼンテーション</vt:lpstr>
      <vt:lpstr>1_デザインの設定</vt:lpstr>
      <vt:lpstr>デザインの設定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ﾑﾀｲ ﾋﾄｼ</dc:creator>
  <cp:lastModifiedBy>ＬＥＴＨＡＩ ＢＩＮＨ</cp:lastModifiedBy>
  <cp:revision>3043</cp:revision>
  <cp:lastPrinted>2023-12-04T07:51:46Z</cp:lastPrinted>
  <dcterms:created xsi:type="dcterms:W3CDTF">2007-02-20T01:27:29Z</dcterms:created>
  <dcterms:modified xsi:type="dcterms:W3CDTF">2026-03-16T01:43:32Z</dcterms:modified>
</cp:coreProperties>
</file>