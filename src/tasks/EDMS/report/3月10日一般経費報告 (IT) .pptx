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779" r:id="rId5"/>
    <p:sldMasterId id="2147483744" r:id="rId6"/>
  </p:sldMasterIdLst>
  <p:notesMasterIdLst>
    <p:notesMasterId r:id="rId9"/>
  </p:notesMasterIdLst>
  <p:handoutMasterIdLst>
    <p:handoutMasterId r:id="rId10"/>
  </p:handoutMasterIdLst>
  <p:sldIdLst>
    <p:sldId id="1317" r:id="rId7"/>
    <p:sldId id="258" r:id="rId8"/>
  </p:sldIdLst>
  <p:sldSz cx="9144000" cy="5143500" type="screen16x9"/>
  <p:notesSz cx="6858000" cy="994568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FF99"/>
    <a:srgbClr val="66FF66"/>
    <a:srgbClr val="000099"/>
    <a:srgbClr val="008000"/>
    <a:srgbClr val="003300"/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130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958" y="-96"/>
      </p:cViewPr>
      <p:guideLst>
        <p:guide orient="horz" pos="3133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AFE4CCC-DF7A-9391-79F6-4D0A8E4F79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310D8C5-7846-DCFB-6AC4-E2C030C5D4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C5C69EE-191D-0E0E-73F0-370BA7E4CDB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9F73582-4B45-C111-B491-3F495577776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CF62F39-8A06-43A2-83EB-D873F1AB284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D9AE308-940B-82B4-88F0-95265EAA7A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36A4FD2-4D29-CEE2-82E2-1B9649F654C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AF4D04B-E32A-32F0-7270-3713E80C71F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3" y="744538"/>
            <a:ext cx="6632575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9198A56-835D-DCA4-ABCE-6C0E9D170BB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8F27A6D5-4933-0F90-4E8B-8D653DB6AC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D341E64B-D1E4-B1B3-B2E4-68758667E1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C0C735-856F-48FC-A5EE-4D01406CB0C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570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84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97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11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EBEA001E-8190-F274-9F7B-3E909E0DB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26988488-FA94-1CB3-6819-93CF1323C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06053F77-06CC-0AB7-8546-83E03C12CD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E0E04A7-A517-478B-A434-1704FA525E8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9">
            <a:extLst>
              <a:ext uri="{FF2B5EF4-FFF2-40B4-BE49-F238E27FC236}">
                <a16:creationId xmlns:a16="http://schemas.microsoft.com/office/drawing/2014/main" id="{6C96B216-F435-D272-DFFA-833A1827C063}"/>
              </a:ext>
            </a:extLst>
          </p:cNvPr>
          <p:cNvCxnSpPr/>
          <p:nvPr userDrawn="1"/>
        </p:nvCxnSpPr>
        <p:spPr>
          <a:xfrm flipH="1">
            <a:off x="2933700" y="2462213"/>
            <a:ext cx="577850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9">
            <a:extLst>
              <a:ext uri="{FF2B5EF4-FFF2-40B4-BE49-F238E27FC236}">
                <a16:creationId xmlns:a16="http://schemas.microsoft.com/office/drawing/2014/main" id="{5A7DCCBC-3A8F-958E-0BFF-769AA62E67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1163" y="500063"/>
            <a:ext cx="5780087" cy="2603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ea typeface="メイリオ" pitchFamily="50" charset="-128"/>
              <a:cs typeface="Arial" charset="0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0BA67BC-8981-1356-EA5D-0292BB6EEB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42672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4E25386-3A60-B524-A9E1-90B13BEDE9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37719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" name="図 16" descr="ロックアップ_カラー_RGB.jpg">
            <a:extLst>
              <a:ext uri="{FF2B5EF4-FFF2-40B4-BE49-F238E27FC236}">
                <a16:creationId xmlns:a16="http://schemas.microsoft.com/office/drawing/2014/main" id="{70F1FFA6-DAD4-9C99-055B-7E028184B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15900"/>
            <a:ext cx="2058988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88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D050B9-5254-55A8-5255-45137DF17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F7021D-236D-0AE1-B3C7-3A0DF1A2CF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7E1605-1CE6-6766-9703-1C0F21E971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6FD40C6-9E91-4A07-90DE-1F5CB781D9A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758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0" indent="0">
              <a:buNone/>
              <a:defRPr sz="1800"/>
            </a:lvl2pPr>
            <a:lvl3pPr marL="914280" indent="0">
              <a:buNone/>
              <a:defRPr sz="1600"/>
            </a:lvl3pPr>
            <a:lvl4pPr marL="1371420" indent="0">
              <a:buNone/>
              <a:defRPr sz="1400"/>
            </a:lvl4pPr>
            <a:lvl5pPr marL="1828559" indent="0">
              <a:buNone/>
              <a:defRPr sz="1400"/>
            </a:lvl5pPr>
            <a:lvl6pPr marL="2285700" indent="0">
              <a:buNone/>
              <a:defRPr sz="1400"/>
            </a:lvl6pPr>
            <a:lvl7pPr marL="2742840" indent="0">
              <a:buNone/>
              <a:defRPr sz="1400"/>
            </a:lvl7pPr>
            <a:lvl8pPr marL="3199979" indent="0">
              <a:buNone/>
              <a:defRPr sz="1400"/>
            </a:lvl8pPr>
            <a:lvl9pPr marL="3657119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FE6348-B8B3-599C-DCCB-F8C968728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57B65E-7056-DE6D-284A-2DEB45466B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034EA8-37AC-6DB2-9731-4C7EE9466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7E6A08D-EC8D-422C-A59A-1EE37792B7C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56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2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3334E-A158-60FA-6A9A-0FDCDBA21A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43089-D8F1-269E-3F93-AE68F6F4D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A3CE5-7E31-1065-34BB-F983D6135E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BD88A36-5D2F-4593-93BB-972245F931F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7610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6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3DC420-88F6-D1B4-0A8D-3648ADBE57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F8DC013-0BE3-7D78-F53D-3ADCAD3EC5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A3915B-FEBD-8AEC-23FA-AD03098F55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1214E2C-8DCD-4BC9-A3F3-70EAC876F61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956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423D1B2-BB11-8A18-581C-5ED1BD4B7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B9B241-2A62-C850-84EE-62189CCD3A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44988C-AE01-7BF1-38A3-1AF3D85690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C93F42D-9E95-42FB-926B-F52E680FF5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542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D80A02-39EA-AC59-A844-91459B9C3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2AA47C-8B64-95DB-72B2-6956CEEC85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A029E60-4ECF-5931-7BA7-90456697E7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14BE945-8031-4D53-AB53-813639E489B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26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3CC01-A01C-1B6E-1F7B-8CFC041DAA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894DC-45D6-C9CB-040E-5E0DB15DF0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0E7F0-86CB-2C9A-D10B-DFEE129966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6564C9D-04D6-401E-B56C-F87DF8C7AC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514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A49B2-71FD-99E0-7A3C-5650C07E2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72837-77E7-077C-9902-2E97C21BC3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36B21-B755-E039-2954-35443927A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E527BD6-42F9-49FB-ADBC-CC4A6EC686B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250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49481D-CFBB-BEDC-4209-462D3F0B4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710D13-60E1-B186-D1A1-AC3CE2BF22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1D94AF-501E-F903-48CC-7F5E1B5CE8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015D286-E212-475E-AFAE-044F93F381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526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463D3E-7615-3C3C-A4F8-3E4EDC87A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1F00CF-D85B-564A-4D9F-72B917413A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F4369-BCBB-D97C-A0FA-DFBB03FAF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A92EC55-F35F-43F4-8397-680849B6C35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95050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0588-36B3-65FC-5DE6-A8991A41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E7B31-58C7-42B2-9E01-711D3934FE58}" type="datetimeFigureOut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0CDDE-5339-6FC8-FC59-E40E5CFD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EB4CB-6DE5-B1C9-8A69-CA3F69CC4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40B4CCC2-9706-468D-825D-AF7EA9EE80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687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B36461-A627-8DCF-6413-87406D80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A070B156-DFB0-41FF-B6E3-DE67E4C644E5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EFA617-B524-BC59-CC50-8DD9F0B6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067167-18FE-33AD-C134-C9A8590F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B0A303-637D-4113-8E74-B141935E39C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8805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0A31C5-ADDB-6613-72E0-A31781F41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A8AA3549-F2F9-4CD3-A7CF-4DE09AB9FE58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437505-96B3-5827-FCCF-C317F76F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0829E4-B0A0-FFF0-C906-25220E98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8D6CB6B-8317-4E43-8F35-1676A4A1232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29390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lIns="91428" tIns="45714" rIns="91428" bIns="45714"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4EE478-9C55-4C84-B42F-0A1D1116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947D2517-B844-4443-B75C-399C1B7F29E6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DE12C-3D13-967C-60E0-9EF10815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9BF44-82C1-871B-0AFC-984D2AF0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F64D51A-3982-4BDD-9895-FE6202C2BA3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2019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0C291E-0091-3452-4DD4-32210201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273FD75-6E86-4B75-8949-75C381DD87B8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0F5485-793D-8F0C-7B56-46BB5DF5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A955C2-296F-F0B0-0C1A-9993C8C9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A30EEA2-DEBF-4552-BE12-5D3AAEF9EA9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18513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539060-A0DC-6A8D-A5C8-79D7A9A1FE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983000E-BA3B-45C7-A015-6E1DA0D57292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6C6007-8E89-F278-6C67-41E68179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84EBA4-2637-B61F-CA57-B92F1B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56897A6-207C-4C1D-AAE1-471E4675136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22903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28A596C-F247-E093-96E2-170EE38D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E371EC12-5C53-4E77-BA2D-C7AC4E03ABD9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13B93E1-0884-1356-9099-9DF26ED6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5B761B-CBD4-0A7E-90F0-263F7F2E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5FB1254-4070-49AD-8659-C8422CD8C8D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491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7AC234-5886-A0BA-CE10-7A6B0284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7CCB78E2-6166-4D30-8CA4-F931393BFF32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0629A7-AB67-652E-479F-759818B8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D57C5E-719A-7CF8-DC27-F3C46352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FEAD971-C97E-44C0-8436-C171D68E1C2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0778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BE7777-280D-099B-79B3-932C837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9B229945-6414-4833-8275-75AE8FA12A32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065DF0-DA36-4E21-DF5B-AA554013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20953C-5F65-98DD-1B4C-A0D0546D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9C0BA8D-2620-4A59-BEE9-8CA7499035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3117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4ECD91-0BE0-AE6B-75E4-822EA448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BB9E19AD-3B73-4145-B81C-67E9E543741F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57A013-1BF3-0AF6-6614-197CDD91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9D031B-AFC5-78D3-02AE-856CDB12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06BA061-B771-442B-90D3-09AE153172C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36969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65315-C883-A23A-5797-4558B727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9032067-FB52-4474-BAA4-2BD41E4CB685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D750C3-C362-9109-C6E1-C30ACBEB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433BD0-09B0-58DD-10F8-CC315B37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E268C80-300B-4676-9C75-9765779C0A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1871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02DD7-8C16-1B76-813B-C772C3B0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D3EC787-3FC1-4C5E-92AB-8B94986755EF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71B76C-AD76-2DD2-73E0-4A75582D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E93B6-E280-7A01-1BE7-213A8885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6BF5A0F-F0EE-4552-B2B0-826062DB2EA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9024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421286CE-5D49-ED2F-424B-49D3A02E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811DB-76C6-4C68-845A-90181FB6BA6E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0C45239B-67A1-F6E2-F89E-B442BE58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F71CE16E-C715-3640-5DAB-E0A057B3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09316-19BF-4BC5-AC01-91A50F3DD9B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89868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5AB3D25F-84B3-5F4A-70FB-B9276B0A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37AD3-16DE-4DF2-9469-DB55384D78E7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48C71937-EDEC-2072-1F8A-5D266E35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986131E-85DB-19FA-C719-1F4FC90D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8C0CD-E142-43A1-98A1-C267CD76838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02604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CF52DE4D-7DA0-AA90-4137-48EF4B88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250FC-E0E2-4F9E-9721-7D894B6694DC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C0BCE899-4D1A-A3C2-B7D8-8EE79BF8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B510A75-C1CF-4129-11B1-3285450E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BAC69-01EF-4D63-BEA9-4E6E319EE91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66588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55833A45-A548-ADA1-6219-287CB28A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4CFDD-9316-48B7-9E66-FD78CD8CBFD6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D0DED862-2A30-0FAD-2E87-03991205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AAD316AF-628C-D62E-0428-8F32A9FD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501DF-29EC-45CA-89CD-154F4D09E30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513513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19AA79E7-5D03-0EC5-9119-681B7EF5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7B7D8-C8D2-4E3F-B734-A18565CFE467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8A315970-9F27-E100-F2C3-533AC731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826C159B-F21F-E72C-ADCB-442808EC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E6E8F-38D9-4886-B770-F0DA6C901F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84139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F26BA600-7916-47BD-86A2-EC6DC5D5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7AB5-C930-4C63-851B-A6F48E3A1977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4C934E92-3A0A-D448-2865-1458C1D5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DF4FCF86-A1DF-EC79-0030-84B6FD64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5B245-898B-42AC-B03A-33DEAA77DE3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12173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DF681579-F8BB-C53C-E9BC-25B62E81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E0DCA-C586-457D-A210-174D6CEE20F6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CDC4A5FB-3B65-AF42-DAAA-03A5ACD6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1C7AEC5E-0494-A8FC-1FF7-E3B951C9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29797-DD60-47BA-8161-B8C8650CB9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270349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6FED45A1-40A1-4A06-5BE8-7577409D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748BE-EBE2-4740-96A6-4F868C7A5CC0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3E782130-5A3E-DB4D-B919-9DFB9D29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B00FFD7B-945D-60ED-22B6-79ED6FD6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CCE4A-47EC-448F-9A8F-EA44795F7A8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63981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84B569A0-681F-C92F-01B0-F2E2D2C29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9A234-6A28-436F-B49F-6A6EF3A957BD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19A87CE8-77B9-AEBD-1E6D-6A7E0EAC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C3B6B2BF-C46C-EE5C-0F0F-77A75D62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6F3A1-6B0A-45F3-946D-5EFAF5BA9EB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89769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7F58D48D-F8CC-D892-00E7-34A5965A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9D1FB-4616-4404-9206-77564C8BE6B3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E01E08A2-90E1-75EE-58AD-8FC12AAD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2F90EDEB-9AA0-DD86-92AC-50242D2E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803D4-C013-405C-BD7E-912F938E9AE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90925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96801442-B6F6-FF13-4F8A-9D4D806C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13782-F2EB-47C8-AF2D-A207FB0CDC48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979DF065-9278-BC68-DDD0-B99E0044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47B31FA2-09B2-2E5F-F600-58437A97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1D57F-7465-47B6-88FB-B00A38C37C4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2979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0352BC-134A-71B3-B781-802902105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2188"/>
            <a:ext cx="7772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FE2C5B-8BC5-FBB8-8FBA-FED3FB009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B9A337-03BA-5B8A-3CAC-503CD5E872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3F8E20-B55A-1389-8554-6F2E8529F2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991B2FB-BB7D-2188-BB05-206436F948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7425" y="4806950"/>
            <a:ext cx="73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4" rIns="91428" bIns="45714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fld id="{235D765E-536B-46FF-896E-C6E9D4B30734}" type="slidenum">
              <a:rPr lang="en-US" altLang="ja-JP" sz="900" b="1" smtClean="0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pPr eaLnBrk="1" hangingPunct="1">
                <a:defRPr/>
              </a:pPr>
              <a:t>‹#›</a:t>
            </a:fld>
            <a:r>
              <a:rPr lang="en-US" altLang="ja-JP" sz="900" b="1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/12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B7EF7C5-8D13-BCC9-D90C-D5BAF26DA05E}"/>
              </a:ext>
            </a:extLst>
          </p:cNvPr>
          <p:cNvCxnSpPr/>
          <p:nvPr userDrawn="1"/>
        </p:nvCxnSpPr>
        <p:spPr>
          <a:xfrm flipH="1">
            <a:off x="8604250" y="4800600"/>
            <a:ext cx="5397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9F4933C-E150-BFA0-6D54-BD18C12F97E8}"/>
              </a:ext>
            </a:extLst>
          </p:cNvPr>
          <p:cNvCxnSpPr/>
          <p:nvPr userDrawn="1"/>
        </p:nvCxnSpPr>
        <p:spPr>
          <a:xfrm flipH="1">
            <a:off x="349250" y="658813"/>
            <a:ext cx="85280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図 13" descr="ロックアップ_カラー_RGB.jpg">
            <a:extLst>
              <a:ext uri="{FF2B5EF4-FFF2-40B4-BE49-F238E27FC236}">
                <a16:creationId xmlns:a16="http://schemas.microsoft.com/office/drawing/2014/main" id="{462B036A-307A-4682-E6CE-C31841BCCF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65088"/>
            <a:ext cx="12557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81" r:id="rId1"/>
    <p:sldLayoutId id="2147523082" r:id="rId2"/>
    <p:sldLayoutId id="2147523083" r:id="rId3"/>
    <p:sldLayoutId id="2147523084" r:id="rId4"/>
    <p:sldLayoutId id="2147523085" r:id="rId5"/>
    <p:sldLayoutId id="2147523086" r:id="rId6"/>
    <p:sldLayoutId id="2147523087" r:id="rId7"/>
    <p:sldLayoutId id="2147523088" r:id="rId8"/>
    <p:sldLayoutId id="2147523089" r:id="rId9"/>
    <p:sldLayoutId id="2147523090" r:id="rId10"/>
    <p:sldLayoutId id="2147523091" r:id="rId11"/>
    <p:sldLayoutId id="21475230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6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0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4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68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図 7" descr="ロックアップ_カラー_RGB.jpg">
            <a:extLst>
              <a:ext uri="{FF2B5EF4-FFF2-40B4-BE49-F238E27FC236}">
                <a16:creationId xmlns:a16="http://schemas.microsoft.com/office/drawing/2014/main" id="{F4FF0B1C-DFCF-908E-EB4F-CB41E0F6171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3" y="1690688"/>
            <a:ext cx="35480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93" r:id="rId1"/>
    <p:sldLayoutId id="2147523094" r:id="rId2"/>
    <p:sldLayoutId id="2147523095" r:id="rId3"/>
    <p:sldLayoutId id="2147523096" r:id="rId4"/>
    <p:sldLayoutId id="2147523097" r:id="rId5"/>
    <p:sldLayoutId id="2147523098" r:id="rId6"/>
    <p:sldLayoutId id="2147523099" r:id="rId7"/>
    <p:sldLayoutId id="2147523100" r:id="rId8"/>
    <p:sldLayoutId id="2147523101" r:id="rId9"/>
    <p:sldLayoutId id="2147523102" r:id="rId10"/>
    <p:sldLayoutId id="2147523103" r:id="rId11"/>
  </p:sldLayoutIdLst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 1">
            <a:extLst>
              <a:ext uri="{FF2B5EF4-FFF2-40B4-BE49-F238E27FC236}">
                <a16:creationId xmlns:a16="http://schemas.microsoft.com/office/drawing/2014/main" id="{B195B3D5-E0E8-A56D-CE61-2A8803C4AA5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075" name="テキスト プレースホルダ 2">
            <a:extLst>
              <a:ext uri="{FF2B5EF4-FFF2-40B4-BE49-F238E27FC236}">
                <a16:creationId xmlns:a16="http://schemas.microsoft.com/office/drawing/2014/main" id="{E8B941C2-ADDF-D741-068D-99D446EE4E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0FB05B8E-42E2-341A-498E-86CC64801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0694269-363D-4DEE-BD36-EA30CEBD2793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8532908-04FD-2E71-B636-451A1AB05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3ACB94B-DBDE-81AD-4A28-DD64A6E59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4A34EE7-DA8D-48A7-B597-32842C8B2EB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3070" r:id="rId1"/>
    <p:sldLayoutId id="2147523071" r:id="rId2"/>
    <p:sldLayoutId id="2147523072" r:id="rId3"/>
    <p:sldLayoutId id="2147523073" r:id="rId4"/>
    <p:sldLayoutId id="2147523074" r:id="rId5"/>
    <p:sldLayoutId id="2147523075" r:id="rId6"/>
    <p:sldLayoutId id="2147523076" r:id="rId7"/>
    <p:sldLayoutId id="2147523077" r:id="rId8"/>
    <p:sldLayoutId id="2147523078" r:id="rId9"/>
    <p:sldLayoutId id="2147523079" r:id="rId10"/>
    <p:sldLayoutId id="21475230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8C4E76AF-0033-0889-45E2-29140F629812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B.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EDMS</a:t>
            </a:r>
            <a:r>
              <a:rPr lang="ja-JP" altLang="en-US" sz="2100" dirty="0">
                <a:solidFill>
                  <a:srgbClr val="00B050"/>
                </a:solidFill>
              </a:rPr>
              <a:t>案（電子化、ペーパーレス活動）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0E863A-A388-477B-2574-9129277161CE}"/>
              </a:ext>
            </a:extLst>
          </p:cNvPr>
          <p:cNvSpPr/>
          <p:nvPr/>
        </p:nvSpPr>
        <p:spPr>
          <a:xfrm>
            <a:off x="323623" y="3381949"/>
            <a:ext cx="8496753" cy="13271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ja-JP" altLang="en-US" sz="1000" b="1" u="sng" dirty="0"/>
              <a:t>現状：</a:t>
            </a:r>
            <a:endParaRPr lang="en-US" altLang="ja-JP" sz="1000" b="1" u="sng" dirty="0"/>
          </a:p>
          <a:p>
            <a:pPr algn="just">
              <a:defRPr/>
            </a:pPr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ja-JP" altLang="en-US" sz="900" b="1" dirty="0">
                <a:solidFill>
                  <a:schemeClr val="tx1"/>
                </a:solidFill>
              </a:rPr>
              <a:t>① </a:t>
            </a:r>
            <a:r>
              <a:rPr lang="en-US" altLang="ja-JP" sz="900" b="1" dirty="0">
                <a:solidFill>
                  <a:schemeClr val="tx1"/>
                </a:solidFill>
              </a:rPr>
              <a:t>MDU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4,273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16,230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  ② 第１製造部のフォーム実施は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275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756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フォーム（タブレットとパソコンで記入）。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③ </a:t>
            </a:r>
            <a:r>
              <a:rPr lang="en-US" altLang="ja-JP" sz="900" b="1" dirty="0">
                <a:solidFill>
                  <a:schemeClr val="tx1"/>
                </a:solidFill>
              </a:rPr>
              <a:t>MOLD</a:t>
            </a:r>
            <a:r>
              <a:rPr lang="ja-JP" altLang="en-US" sz="900" b="1" dirty="0">
                <a:solidFill>
                  <a:schemeClr val="tx1"/>
                </a:solidFill>
              </a:rPr>
              <a:t>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74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702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</a:t>
            </a:r>
            <a:r>
              <a:rPr lang="en-US" altLang="ja-JP" sz="900" b="1" dirty="0">
                <a:solidFill>
                  <a:schemeClr val="tx1"/>
                </a:solidFill>
              </a:rPr>
              <a:t>JIG</a:t>
            </a:r>
            <a:r>
              <a:rPr lang="ja-JP" altLang="en-US" sz="900" b="1" dirty="0">
                <a:solidFill>
                  <a:schemeClr val="tx1"/>
                </a:solidFill>
              </a:rPr>
              <a:t>使用、パソコンで記入）。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④ </a:t>
            </a:r>
            <a:r>
              <a:rPr lang="en-US" altLang="ja-JP" sz="900" b="1" dirty="0">
                <a:solidFill>
                  <a:schemeClr val="tx1"/>
                </a:solidFill>
              </a:rPr>
              <a:t>SCD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537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1,898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</p:txBody>
      </p:sp>
      <p:pic>
        <p:nvPicPr>
          <p:cNvPr id="10" name="Chart 1" descr="reportED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24" y="712034"/>
            <a:ext cx="8496752" cy="26699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FA7988BA-EF07-6675-D784-9B8856F86CEF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C.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NAS</a:t>
            </a:r>
            <a:r>
              <a:rPr lang="ja-JP" altLang="en-US" sz="2100" dirty="0">
                <a:solidFill>
                  <a:srgbClr val="00B050"/>
                </a:solidFill>
              </a:rPr>
              <a:t>の提案</a:t>
            </a:r>
          </a:p>
        </p:txBody>
      </p:sp>
      <p:graphicFrame>
        <p:nvGraphicFramePr>
          <p:cNvPr id="6" name="Picture 1">
            <a:extLst>
              <a:ext uri="{FF2B5EF4-FFF2-40B4-BE49-F238E27FC236}">
                <a16:creationId xmlns:a16="http://schemas.microsoft.com/office/drawing/2014/main" id="{5977B456-7664-FC96-4758-FCFDA8D890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611858"/>
              </p:ext>
            </p:extLst>
          </p:nvPr>
        </p:nvGraphicFramePr>
        <p:xfrm>
          <a:off x="330200" y="738188"/>
          <a:ext cx="4241800" cy="4009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240886" imgH="3116643" progId="Excel.Sheet.12">
                  <p:embed/>
                </p:oleObj>
              </mc:Choice>
              <mc:Fallback>
                <p:oleObj name="Worksheet" r:id="rId3" imgW="6240886" imgH="311664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200" y="738188"/>
                        <a:ext cx="4241800" cy="4009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3">
            <a:extLst>
              <a:ext uri="{FF2B5EF4-FFF2-40B4-BE49-F238E27FC236}">
                <a16:creationId xmlns:a16="http://schemas.microsoft.com/office/drawing/2014/main" id="{B162E273-B77D-B148-DC89-47B5A5688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738188"/>
            <a:ext cx="4312920" cy="4009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279c20c3caf3300dae6b438536eb8c56">
  <xsd:schema xmlns:xsd="http://www.w3.org/2001/XMLSchema" xmlns:p="http://schemas.microsoft.com/office/2006/metadata/properties" targetNamespace="http://schemas.microsoft.com/office/2006/metadata/properties" ma:root="true" ma:fieldsID="0d2e1ca116041f9e11471c52c4c9d6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F84735-4675-4953-9250-2B9B5D6DD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F67EC0F5-4CB8-4B7D-B657-8AD5F4E756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56DD49-77B6-4CE7-9737-AC9BF54959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83393</TotalTime>
  <Words>225</Words>
  <Application>Microsoft Office PowerPoint</Application>
  <PresentationFormat>On-screen Show (16:9)</PresentationFormat>
  <Paragraphs>8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メイリオ</vt:lpstr>
      <vt:lpstr>Arial</vt:lpstr>
      <vt:lpstr>Calibri</vt:lpstr>
      <vt:lpstr>新しいプレゼンテーション</vt:lpstr>
      <vt:lpstr>1_デザインの設定</vt:lpstr>
      <vt:lpstr>デザインの設定</vt:lpstr>
      <vt:lpstr>Worksheet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ﾑﾀｲ ﾋﾄｼ</dc:creator>
  <cp:lastModifiedBy>ＬＥＴＨＡＩ ＢＩＮＨ</cp:lastModifiedBy>
  <cp:revision>3046</cp:revision>
  <cp:lastPrinted>2023-12-04T07:51:46Z</cp:lastPrinted>
  <dcterms:created xsi:type="dcterms:W3CDTF">2007-02-20T01:27:29Z</dcterms:created>
  <dcterms:modified xsi:type="dcterms:W3CDTF">2026-04-21T01:06:12Z</dcterms:modified>
</cp:coreProperties>
</file>