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782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utomation\src\tasks\EDMS\report\List%20report%20EDMS%202802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EDMS Form Statistics Monthly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'EDMS (2)'!$B$4</c:f>
              <c:strCache>
                <c:ptCount val="1"/>
                <c:pt idx="0">
                  <c:v>MDU</c:v>
                </c:pt>
              </c:strCache>
            </c:strRef>
          </c:tx>
          <c:spPr>
            <a:solidFill>
              <a:srgbClr val="15608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156082"/>
              </a:solidFill>
              <a:ln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A1-4109-AEEA-14BAA90FB7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(2)'!$C$4:$E$4</c:f>
              <c:numCache>
                <c:formatCode>#,##0</c:formatCode>
                <c:ptCount val="3"/>
                <c:pt idx="0">
                  <c:v>3656</c:v>
                </c:pt>
                <c:pt idx="1">
                  <c:v>4273</c:v>
                </c:pt>
                <c:pt idx="2">
                  <c:v>2958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A1-4109-AEEA-14BAA90FB7FA}"/>
            </c:ext>
          </c:extLst>
        </c:ser>
        <c:ser>
          <c:idx val="1"/>
          <c:order val="1"/>
          <c:tx>
            <c:strRef>
              <c:f>'EDMS (2)'!$B$5</c:f>
              <c:strCache>
                <c:ptCount val="1"/>
                <c:pt idx="0">
                  <c:v>MOLD</c:v>
                </c:pt>
              </c:strCache>
            </c:strRef>
          </c:tx>
          <c:spPr>
            <a:solidFill>
              <a:srgbClr val="E9713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(2)'!$C$5:$E$5</c:f>
              <c:numCache>
                <c:formatCode>#,##0</c:formatCode>
                <c:ptCount val="3"/>
                <c:pt idx="0">
                  <c:v>180</c:v>
                </c:pt>
                <c:pt idx="1">
                  <c:v>74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A1-4109-AEEA-14BAA90FB7FA}"/>
            </c:ext>
          </c:extLst>
        </c:ser>
        <c:ser>
          <c:idx val="2"/>
          <c:order val="2"/>
          <c:tx>
            <c:strRef>
              <c:f>'EDMS (2)'!$B$6</c:f>
              <c:strCache>
                <c:ptCount val="1"/>
                <c:pt idx="0">
                  <c:v>STM</c:v>
                </c:pt>
              </c:strCache>
            </c:strRef>
          </c:tx>
          <c:spPr>
            <a:solidFill>
              <a:srgbClr val="196B24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196B24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BA1-4109-AEEA-14BAA90FB7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(2)'!$C$6:$E$6</c:f>
              <c:numCache>
                <c:formatCode>#,##0</c:formatCode>
                <c:ptCount val="3"/>
                <c:pt idx="0">
                  <c:v>221</c:v>
                </c:pt>
                <c:pt idx="1">
                  <c:v>275</c:v>
                </c:pt>
                <c:pt idx="2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A1-4109-AEEA-14BAA90FB7FA}"/>
            </c:ext>
          </c:extLst>
        </c:ser>
        <c:ser>
          <c:idx val="3"/>
          <c:order val="3"/>
          <c:tx>
            <c:strRef>
              <c:f>'EDMS (2)'!$B$7</c:f>
              <c:strCache>
                <c:ptCount val="1"/>
                <c:pt idx="0">
                  <c:v>SCD</c:v>
                </c:pt>
              </c:strCache>
            </c:strRef>
          </c:tx>
          <c:spPr>
            <a:solidFill>
              <a:srgbClr val="0F9ED5"/>
            </a:solidFill>
            <a:ln>
              <a:solidFill>
                <a:srgbClr val="0070C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(2)'!$C$7:$E$7</c:f>
              <c:numCache>
                <c:formatCode>#,##0</c:formatCode>
                <c:ptCount val="3"/>
                <c:pt idx="0">
                  <c:v>367</c:v>
                </c:pt>
                <c:pt idx="1">
                  <c:v>537</c:v>
                </c:pt>
                <c:pt idx="2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BA1-4109-AEEA-14BAA90FB7FA}"/>
            </c:ext>
          </c:extLst>
        </c:ser>
        <c:ser>
          <c:idx val="4"/>
          <c:order val="4"/>
          <c:tx>
            <c:strRef>
              <c:f>'EDMS (2)'!$B$8</c:f>
              <c:strCache>
                <c:ptCount val="1"/>
                <c:pt idx="0">
                  <c:v>LEAD_CREW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(2)'!$C$8:$E$8</c:f>
              <c:numCache>
                <c:formatCode>#,##0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A1-4109-AEEA-14BAA90FB7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5486863"/>
        <c:axId val="675485903"/>
      </c:barChart>
      <c:catAx>
        <c:axId val="6754868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Monthly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485903"/>
        <c:crosses val="autoZero"/>
        <c:auto val="1"/>
        <c:lblAlgn val="ctr"/>
        <c:lblOffset val="100"/>
        <c:noMultiLvlLbl val="0"/>
      </c:catAx>
      <c:valAx>
        <c:axId val="67548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Forms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486863"/>
        <c:crosses val="autoZero"/>
        <c:crossBetween val="between"/>
      </c:valAx>
      <c:spPr>
        <a:solidFill>
          <a:srgbClr val="BED39B"/>
        </a:solidFill>
        <a:ln>
          <a:solidFill>
            <a:schemeClr val="bg2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BED39B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AFE4CCC-DF7A-9391-79F6-4D0A8E4F79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10D8C5-7846-DCFB-6AC4-E2C030C5D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C5C69EE-191D-0E0E-73F0-370BA7E4CDB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9F73582-4B45-C111-B491-3F495577776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CF62F39-8A06-43A2-83EB-D873F1AB284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9AE308-940B-82B4-88F0-95265EAA7A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6A4FD2-4D29-CEE2-82E2-1B9649F654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AF4D04B-E32A-32F0-7270-3713E80C71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9198A56-835D-DCA4-ABCE-6C0E9D170B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F27A6D5-4933-0F90-4E8B-8D653DB6AC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D341E64B-D1E4-B1B3-B2E4-68758667E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C0C735-856F-48FC-A5EE-4D01406CB0C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BEA001E-8190-F274-9F7B-3E909E0DB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6988488-FA94-1CB3-6819-93CF1323C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6053F77-06CC-0AB7-8546-83E03C12C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E0E04A7-A517-478B-A434-1704FA525E8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6C96B216-F435-D272-DFFA-833A1827C063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5A7DCCBC-3A8F-958E-0BFF-769AA62E6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0BA67BC-8981-1356-EA5D-0292BB6EEB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4E25386-3A60-B524-A9E1-90B13BEDE9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70F1FFA6-DAD4-9C99-055B-7E028184B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88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050B9-5254-55A8-5255-45137DF17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F7021D-236D-0AE1-B3C7-3A0DF1A2CF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E1605-1CE6-6766-9703-1C0F21E97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6FD40C6-9E91-4A07-90DE-1F5CB781D9A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758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E6348-B8B3-599C-DCCB-F8C968728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57B65E-7056-DE6D-284A-2DEB45466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34EA8-37AC-6DB2-9731-4C7EE9466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7E6A08D-EC8D-422C-A59A-1EE37792B7C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6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3334E-A158-60FA-6A9A-0FDCDBA21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43089-D8F1-269E-3F93-AE68F6F4D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A3CE5-7E31-1065-34BB-F983D6135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BD88A36-5D2F-4593-93BB-972245F931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761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3DC420-88F6-D1B4-0A8D-3648ADBE5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8DC013-0BE3-7D78-F53D-3ADCAD3EC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A3915B-FEBD-8AEC-23FA-AD03098F55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1214E2C-8DCD-4BC9-A3F3-70EAC876F6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95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423D1B2-BB11-8A18-581C-5ED1BD4B7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B9B241-2A62-C850-84EE-62189CCD3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4988C-AE01-7BF1-38A3-1AF3D8569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C93F42D-9E95-42FB-926B-F52E680FF5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4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D80A02-39EA-AC59-A844-91459B9C3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2AA47C-8B64-95DB-72B2-6956CEEC8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029E60-4ECF-5931-7BA7-90456697E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14BE945-8031-4D53-AB53-813639E489B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26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3CC01-A01C-1B6E-1F7B-8CFC041DA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894DC-45D6-C9CB-040E-5E0DB15DF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0E7F0-86CB-2C9A-D10B-DFEE12996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6564C9D-04D6-401E-B56C-F87DF8C7AC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4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49B2-71FD-99E0-7A3C-5650C07E2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2837-77E7-077C-9902-2E97C21BC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6B21-B755-E039-2954-35443927A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E527BD6-42F9-49FB-ADBC-CC4A6EC686B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250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49481D-CFBB-BEDC-4209-462D3F0B4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710D13-60E1-B186-D1A1-AC3CE2BF2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1D94AF-501E-F903-48CC-7F5E1B5C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015D286-E212-475E-AFAE-044F93F381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526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63D3E-7615-3C3C-A4F8-3E4EDC87A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1F00CF-D85B-564A-4D9F-72B917413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F4369-BCBB-D97C-A0FA-DFBB03FAF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A92EC55-F35F-43F4-8397-680849B6C35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95050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0588-36B3-65FC-5DE6-A8991A41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E7B31-58C7-42B2-9E01-711D3934FE58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CDDE-5339-6FC8-FC59-E40E5CFD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B4CB-6DE5-B1C9-8A69-CA3F69CC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0B4CCC2-9706-468D-825D-AF7EA9EE80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87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36461-A627-8DCF-6413-87406D80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070B156-DFB0-41FF-B6E3-DE67E4C644E5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FA617-B524-BC59-CC50-8DD9F0B6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067167-18FE-33AD-C134-C9A8590F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B0A303-637D-4113-8E74-B141935E39C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880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0A31C5-ADDB-6613-72E0-A31781F4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8AA3549-F2F9-4CD3-A7CF-4DE09AB9FE58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37505-96B3-5827-FCCF-C317F76F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829E4-B0A0-FFF0-C906-25220E9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8D6CB6B-8317-4E43-8F35-1676A4A1232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2939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EE478-9C55-4C84-B42F-0A1D1116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47D2517-B844-4443-B75C-399C1B7F29E6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DE12C-3D13-967C-60E0-9EF10815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BF44-82C1-871B-0AFC-984D2AF0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F64D51A-3982-4BDD-9895-FE6202C2BA3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201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0C291E-0091-3452-4DD4-32210201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273FD75-6E86-4B75-8949-75C381DD87B8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F5485-793D-8F0C-7B56-46BB5DF5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A955C2-296F-F0B0-0C1A-9993C8C9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A30EEA2-DEBF-4552-BE12-5D3AAEF9EA9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851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539060-A0DC-6A8D-A5C8-79D7A9A1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983000E-BA3B-45C7-A015-6E1DA0D57292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6C6007-8E89-F278-6C67-41E6817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4EBA4-2637-B61F-CA57-B92F1B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56897A6-207C-4C1D-AAE1-471E4675136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2290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8A596C-F247-E093-96E2-170EE38D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371EC12-5C53-4E77-BA2D-C7AC4E03ABD9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3B93E1-0884-1356-9099-9DF26ED6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5B761B-CBD4-0A7E-90F0-263F7F2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5FB1254-4070-49AD-8659-C8422CD8C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491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7AC234-5886-A0BA-CE10-7A6B0284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CCB78E2-6166-4D30-8CA4-F931393BFF32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0629A7-AB67-652E-479F-759818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D57C5E-719A-7CF8-DC27-F3C46352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FEAD971-C97E-44C0-8436-C171D68E1C2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0778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E7777-280D-099B-79B3-932C837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B229945-6414-4833-8275-75AE8FA12A32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065DF0-DA36-4E21-DF5B-AA554013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20953C-5F65-98DD-1B4C-A0D0546D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C0BA8D-2620-4A59-BEE9-8CA7499035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117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4ECD91-0BE0-AE6B-75E4-822EA448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B9E19AD-3B73-4145-B81C-67E9E543741F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7A013-1BF3-0AF6-6614-197CDD91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9D031B-AFC5-78D3-02AE-856CDB12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06BA061-B771-442B-90D3-09AE153172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6969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65315-C883-A23A-5797-4558B72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032067-FB52-4474-BAA4-2BD41E4CB685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D750C3-C362-9109-C6E1-C30ACBEB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433BD0-09B0-58DD-10F8-CC315B3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E268C80-300B-4676-9C75-9765779C0A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1871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02DD7-8C16-1B76-813B-C772C3B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D3EC787-3FC1-4C5E-92AB-8B94986755EF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1B76C-AD76-2DD2-73E0-4A75582D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E93B6-E280-7A01-1BE7-213A8885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6BF5A0F-F0EE-4552-B2B0-826062DB2EA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024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421286CE-5D49-ED2F-424B-49D3A02E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811DB-76C6-4C68-845A-90181FB6BA6E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0C45239B-67A1-F6E2-F89E-B442BE5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F71CE16E-C715-3640-5DAB-E0A057B3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09316-19BF-4BC5-AC01-91A50F3DD9B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986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5AB3D25F-84B3-5F4A-70FB-B9276B0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37AD3-16DE-4DF2-9469-DB55384D78E7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8C71937-EDEC-2072-1F8A-5D266E35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986131E-85DB-19FA-C719-1F4FC90D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C0CD-E142-43A1-98A1-C267CD7683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26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CF52DE4D-7DA0-AA90-4137-48EF4B88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50FC-E0E2-4F9E-9721-7D894B6694DC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C0BCE899-4D1A-A3C2-B7D8-8EE79BF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B510A75-C1CF-4129-11B1-328545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BAC69-01EF-4D63-BEA9-4E6E319EE91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6588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5833A45-A548-ADA1-6219-287CB28A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4CFDD-9316-48B7-9E66-FD78CD8CBFD6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D0DED862-2A30-0FAD-2E87-03991205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AAD316AF-628C-D62E-0428-8F32A9FD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501DF-29EC-45CA-89CD-154F4D09E30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51351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19AA79E7-5D03-0EC5-9119-681B7EF5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7B7D8-C8D2-4E3F-B734-A18565CFE467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8A315970-9F27-E100-F2C3-533AC731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826C159B-F21F-E72C-ADCB-442808EC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E6E8F-38D9-4886-B770-F0DA6C901F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8413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F26BA600-7916-47BD-86A2-EC6DC5D5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7AB5-C930-4C63-851B-A6F48E3A1977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4C934E92-3A0A-D448-2865-1458C1D5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DF4FCF86-A1DF-EC79-0030-84B6FD64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5B245-898B-42AC-B03A-33DEAA77DE3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12173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DF681579-F8BB-C53C-E9BC-25B62E8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E0DCA-C586-457D-A210-174D6CEE20F6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CDC4A5FB-3B65-AF42-DAAA-03A5ACD6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1C7AEC5E-0494-A8FC-1FF7-E3B951C9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29797-DD60-47BA-8161-B8C8650CB9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27034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6FED45A1-40A1-4A06-5BE8-7577409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748BE-EBE2-4740-96A6-4F868C7A5CC0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3E782130-5A3E-DB4D-B919-9DFB9D2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B00FFD7B-945D-60ED-22B6-79ED6FD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CCE4A-47EC-448F-9A8F-EA44795F7A8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639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84B569A0-681F-C92F-01B0-F2E2D2C2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9A234-6A28-436F-B49F-6A6EF3A957BD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19A87CE8-77B9-AEBD-1E6D-6A7E0EA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3B6B2BF-C46C-EE5C-0F0F-77A75D6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6F3A1-6B0A-45F3-946D-5EFAF5BA9EB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8976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7F58D48D-F8CC-D892-00E7-34A5965A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D1FB-4616-4404-9206-77564C8BE6B3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E01E08A2-90E1-75EE-58AD-8FC12AAD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2F90EDEB-9AA0-DD86-92AC-50242D2E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803D4-C013-405C-BD7E-912F938E9AE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092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96801442-B6F6-FF13-4F8A-9D4D806C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13782-F2EB-47C8-AF2D-A207FB0CDC48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79DF065-9278-BC68-DDD0-B99E0044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47B31FA2-09B2-2E5F-F600-58437A97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1D57F-7465-47B6-88FB-B00A38C37C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297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0352BC-134A-71B3-B781-802902105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FE2C5B-8BC5-FBB8-8FBA-FED3FB00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B9A337-03BA-5B8A-3CAC-503CD5E872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3F8E20-B55A-1389-8554-6F2E8529F2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991B2FB-BB7D-2188-BB05-206436F948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235D765E-536B-46FF-896E-C6E9D4B3073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B7EF7C5-8D13-BCC9-D90C-D5BAF26DA05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9F4933C-E150-BFA0-6D54-BD18C12F97E8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462B036A-307A-4682-E6CE-C31841BCCF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81" r:id="rId1"/>
    <p:sldLayoutId id="2147523082" r:id="rId2"/>
    <p:sldLayoutId id="2147523083" r:id="rId3"/>
    <p:sldLayoutId id="2147523084" r:id="rId4"/>
    <p:sldLayoutId id="2147523085" r:id="rId5"/>
    <p:sldLayoutId id="2147523086" r:id="rId6"/>
    <p:sldLayoutId id="2147523087" r:id="rId7"/>
    <p:sldLayoutId id="2147523088" r:id="rId8"/>
    <p:sldLayoutId id="2147523089" r:id="rId9"/>
    <p:sldLayoutId id="2147523090" r:id="rId10"/>
    <p:sldLayoutId id="2147523091" r:id="rId11"/>
    <p:sldLayoutId id="2147523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F4FF0B1C-DFCF-908E-EB4F-CB41E0F617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93" r:id="rId1"/>
    <p:sldLayoutId id="2147523094" r:id="rId2"/>
    <p:sldLayoutId id="2147523095" r:id="rId3"/>
    <p:sldLayoutId id="2147523096" r:id="rId4"/>
    <p:sldLayoutId id="2147523097" r:id="rId5"/>
    <p:sldLayoutId id="2147523098" r:id="rId6"/>
    <p:sldLayoutId id="2147523099" r:id="rId7"/>
    <p:sldLayoutId id="2147523100" r:id="rId8"/>
    <p:sldLayoutId id="2147523101" r:id="rId9"/>
    <p:sldLayoutId id="2147523102" r:id="rId10"/>
    <p:sldLayoutId id="2147523103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B195B3D5-E0E8-A56D-CE61-2A8803C4AA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E8B941C2-ADDF-D741-068D-99D446EE4E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FB05B8E-42E2-341A-498E-86CC64801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0694269-363D-4DEE-BD36-EA30CEBD2793}" type="datetimeFigureOut">
              <a:rPr lang="ja-JP" altLang="en-US"/>
              <a:pPr>
                <a:defRPr/>
              </a:pPr>
              <a:t>2026/4/20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8532908-04FD-2E71-B636-451A1AB05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3ACB94B-DBDE-81AD-4A28-DD64A6E5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4A34EE7-DA8D-48A7-B597-32842C8B2EB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70" r:id="rId1"/>
    <p:sldLayoutId id="2147523071" r:id="rId2"/>
    <p:sldLayoutId id="2147523072" r:id="rId3"/>
    <p:sldLayoutId id="2147523073" r:id="rId4"/>
    <p:sldLayoutId id="2147523074" r:id="rId5"/>
    <p:sldLayoutId id="2147523075" r:id="rId6"/>
    <p:sldLayoutId id="2147523076" r:id="rId7"/>
    <p:sldLayoutId id="2147523077" r:id="rId8"/>
    <p:sldLayoutId id="2147523078" r:id="rId9"/>
    <p:sldLayoutId id="2147523079" r:id="rId10"/>
    <p:sldLayoutId id="21475230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C4E76AF-0033-0889-45E2-29140F629812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0E863A-A388-477B-2574-9129277161CE}"/>
              </a:ext>
            </a:extLst>
          </p:cNvPr>
          <p:cNvSpPr/>
          <p:nvPr/>
        </p:nvSpPr>
        <p:spPr>
          <a:xfrm>
            <a:off x="323623" y="3381949"/>
            <a:ext cx="8496753" cy="132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2,958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37,647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222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1491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53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971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367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3708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31D0D97-C852-BCA7-7AFA-CFF3D7EF23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264170"/>
              </p:ext>
            </p:extLst>
          </p:nvPr>
        </p:nvGraphicFramePr>
        <p:xfrm>
          <a:off x="330200" y="671052"/>
          <a:ext cx="8490176" cy="2710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A7988BA-EF07-6675-D784-9B8856F86CEF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D5B2EFC-71D2-295D-A159-CEE402BA4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32690"/>
              </p:ext>
            </p:extLst>
          </p:nvPr>
        </p:nvGraphicFramePr>
        <p:xfrm>
          <a:off x="330201" y="738188"/>
          <a:ext cx="4241800" cy="400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568369" imgH="3116643" progId="Excel.Sheet.12">
                  <p:embed/>
                </p:oleObj>
              </mc:Choice>
              <mc:Fallback>
                <p:oleObj name="Worksheet" r:id="rId3" imgW="6568369" imgH="31166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201" y="738188"/>
                        <a:ext cx="4241800" cy="400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A741D20-FA0A-911A-EEEE-3A7816D0B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38188"/>
            <a:ext cx="4241799" cy="4009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83401</TotalTime>
  <Words>231</Words>
  <Application>Microsoft Office PowerPoint</Application>
  <PresentationFormat>On-screen Show (16:9)</PresentationFormat>
  <Paragraphs>11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Worksheet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3049</cp:revision>
  <cp:lastPrinted>2023-12-04T07:51:46Z</cp:lastPrinted>
  <dcterms:created xsi:type="dcterms:W3CDTF">2007-02-20T01:27:29Z</dcterms:created>
  <dcterms:modified xsi:type="dcterms:W3CDTF">2026-04-20T09:05:59Z</dcterms:modified>
</cp:coreProperties>
</file>